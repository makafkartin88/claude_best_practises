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ost Grotesk Light"/>
      <p:regular r:id="rId51"/>
      <p:bold r:id="rId52"/>
      <p:italic r:id="rId53"/>
      <p:boldItalic r:id="rId54"/>
    </p:embeddedFont>
    <p:embeddedFont>
      <p:font typeface="Host Grotesk ExtraBold"/>
      <p:bold r:id="rId55"/>
      <p:boldItalic r:id="rId56"/>
    </p:embeddedFont>
    <p:embeddedFont>
      <p:font typeface="Host Grotesk Medium"/>
      <p:regular r:id="rId57"/>
      <p:bold r:id="rId58"/>
      <p:italic r:id="rId59"/>
      <p:boldItalic r:id="rId60"/>
    </p:embeddedFont>
    <p:embeddedFont>
      <p:font typeface="Work Sans SemiBold"/>
      <p:regular r:id="rId61"/>
      <p:bold r:id="rId62"/>
      <p:italic r:id="rId63"/>
      <p:boldItalic r:id="rId64"/>
    </p:embeddedFont>
    <p:embeddedFont>
      <p:font typeface="Host Grotesk SemiBold"/>
      <p:regular r:id="rId65"/>
      <p:bold r:id="rId66"/>
      <p:italic r:id="rId67"/>
      <p:boldItalic r:id="rId68"/>
    </p:embeddedFont>
    <p:embeddedFont>
      <p:font typeface="Host Grotesk"/>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Blanka Stehlíková"/>
  <p:cmAuthor clrIdx="1" id="1" initials="" lastIdx="1" name="Barbora Viesnerová"/>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43D7AE-3FF2-45B7-B6CC-C6D00D6F81F2}">
  <a:tblStyle styleId="{7C43D7AE-3FF2-45B7-B6CC-C6D00D6F81F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HostGrotesk-boldItalic.fntdata"/><Relationship Id="rId71" Type="http://schemas.openxmlformats.org/officeDocument/2006/relationships/font" Target="fonts/HostGrotesk-italic.fntdata"/><Relationship Id="rId70" Type="http://schemas.openxmlformats.org/officeDocument/2006/relationships/font" Target="fonts/HostGrotesk-bold.fntdata"/><Relationship Id="rId62" Type="http://schemas.openxmlformats.org/officeDocument/2006/relationships/font" Target="fonts/WorkSansSemiBold-bold.fntdata"/><Relationship Id="rId61" Type="http://schemas.openxmlformats.org/officeDocument/2006/relationships/font" Target="fonts/WorkSansSemiBold-regular.fntdata"/><Relationship Id="rId64" Type="http://schemas.openxmlformats.org/officeDocument/2006/relationships/font" Target="fonts/WorkSansSemiBold-boldItalic.fntdata"/><Relationship Id="rId63" Type="http://schemas.openxmlformats.org/officeDocument/2006/relationships/font" Target="fonts/WorkSansSemiBold-italic.fntdata"/><Relationship Id="rId66" Type="http://schemas.openxmlformats.org/officeDocument/2006/relationships/font" Target="fonts/HostGroteskSemiBold-bold.fntdata"/><Relationship Id="rId65" Type="http://schemas.openxmlformats.org/officeDocument/2006/relationships/font" Target="fonts/HostGroteskSemiBold-regular.fntdata"/><Relationship Id="rId68" Type="http://schemas.openxmlformats.org/officeDocument/2006/relationships/font" Target="fonts/HostGroteskSemiBold-boldItalic.fntdata"/><Relationship Id="rId67" Type="http://schemas.openxmlformats.org/officeDocument/2006/relationships/font" Target="fonts/HostGroteskSemiBold-italic.fntdata"/><Relationship Id="rId60" Type="http://schemas.openxmlformats.org/officeDocument/2006/relationships/font" Target="fonts/HostGroteskMedium-boldItalic.fntdata"/><Relationship Id="rId69" Type="http://schemas.openxmlformats.org/officeDocument/2006/relationships/font" Target="fonts/HostGrotesk-regular.fntdata"/><Relationship Id="rId51" Type="http://schemas.openxmlformats.org/officeDocument/2006/relationships/font" Target="fonts/HostGroteskLight-regular.fntdata"/><Relationship Id="rId50" Type="http://schemas.openxmlformats.org/officeDocument/2006/relationships/slide" Target="slides/slide44.xml"/><Relationship Id="rId53" Type="http://schemas.openxmlformats.org/officeDocument/2006/relationships/font" Target="fonts/HostGroteskLight-italic.fntdata"/><Relationship Id="rId52" Type="http://schemas.openxmlformats.org/officeDocument/2006/relationships/font" Target="fonts/HostGroteskLight-bold.fntdata"/><Relationship Id="rId55" Type="http://schemas.openxmlformats.org/officeDocument/2006/relationships/font" Target="fonts/HostGroteskExtraBold-bold.fntdata"/><Relationship Id="rId54" Type="http://schemas.openxmlformats.org/officeDocument/2006/relationships/font" Target="fonts/HostGroteskLight-boldItalic.fntdata"/><Relationship Id="rId57" Type="http://schemas.openxmlformats.org/officeDocument/2006/relationships/font" Target="fonts/HostGroteskMedium-regular.fntdata"/><Relationship Id="rId56" Type="http://schemas.openxmlformats.org/officeDocument/2006/relationships/font" Target="fonts/HostGroteskExtraBold-boldItalic.fntdata"/><Relationship Id="rId59" Type="http://schemas.openxmlformats.org/officeDocument/2006/relationships/font" Target="fonts/HostGroteskMedium-italic.fntdata"/><Relationship Id="rId58" Type="http://schemas.openxmlformats.org/officeDocument/2006/relationships/font" Target="fonts/HostGroteskMedium-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3T12:18:28.783">
    <p:pos x="283" y="242"/>
    <p:text>@viesnerova@logio.cz Určitě přijde dotaz, že by někdo chtěl využít i ty starší, jak pak kombinovat?
_Reassigned to Barbora Viesnerová_</p:text>
  </p:cm>
  <p:cm authorId="1" idx="1" dt="2026-03-23T12:18:28.783">
    <p:pos x="283" y="242"/>
    <p:text>@stehlikova@logio.cz určitě nekombinovat. Máme nový redesign, a ten bychom měli držet napříč firmou, aby značka byla jednotná.</p:text>
  </p:cm>
  <p:cm authorId="0" idx="2" dt="2026-03-26T22:59:28.299">
    <p:pos x="6000" y="0"/>
    <p:text>@viesnerova@logio.cz Postup, jak si stahnout ikonu a v jakém formátu - doplním
_Assigned to Barbora Viesnerová_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150461373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150461373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150461373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150461373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150461373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150461373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150461373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150461373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150461373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150461373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65c5c57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65c5c57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65c5c573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65c5c573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65c5c573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65c5c573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2ec6d19e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2ec6d19e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150461373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150461373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15046137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15046137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65c5c573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65c5c573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965c5c573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965c5c573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65c5c5730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65c5c5730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965c5c5730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965c5c573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65c5c5730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965c5c5730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65c5c5730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965c5c5730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65c5c5730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965c5c5730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965c5c5730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965c5c5730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965c5c5730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965c5c5730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965c5c5730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965c5c5730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965d3b4ee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965d3b4ee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965c5c5730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965c5c5730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965c5c5730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965c5c5730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965c5c5730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965c5c5730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d2ec6d19e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d2ec6d19e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2ec6d19e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d2ec6d19e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965c5c5730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965c5c573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965c5c5730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965c5c5730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d39d35df8a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d39d35df8a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d39d35df8a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d39d35df8a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3af4957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d3af4957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965c5c5730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965c5c5730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965c5c5730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965c5c5730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965c5c5730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965c5c5730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965c5c5730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965c5c5730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965c5c5730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965c5c5730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965c5c573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965c5c573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965c5c5730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3965c5c5730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965c5c5730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965c5c5730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965c5c5730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965c5c5730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965c5c5730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965c5c5730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965c5c5730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965c5c5730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965c5c5730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965c5c5730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5.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3.png"/><Relationship Id="rId3" Type="http://schemas.openxmlformats.org/officeDocument/2006/relationships/image" Target="../media/image7.png"/><Relationship Id="rId4" Type="http://schemas.openxmlformats.org/officeDocument/2006/relationships/hyperlink" Target="https://www.google.com/maps/place//data=!4m2!3m1!1s0x470b9540494b996d:0x6cb1808fd2818048?sa=X&amp;ved=1t:8290&amp;ictx=111" TargetMode="External"/><Relationship Id="rId5" Type="http://schemas.openxmlformats.org/officeDocument/2006/relationships/hyperlink" Target="https://www.google.com/maps/place//data=!4m2!3m1!1s0x470b9540494b996d:0x6cb1808fd2818048?sa=X&amp;ved=1t:8290&amp;ictx=111" TargetMode="External"/><Relationship Id="rId6" Type="http://schemas.openxmlformats.org/officeDocument/2006/relationships/hyperlink" Target="https://www.google.com/maps/place//data=!4m2!3m1!1s0x470b9540494b996d:0x6cb1808fd2818048?sa=X&amp;ved=1t:8290&amp;ictx=111"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VODNÍ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441056" y="2725313"/>
            <a:ext cx="7572600" cy="951000"/>
          </a:xfrm>
          <a:prstGeom prst="rect">
            <a:avLst/>
          </a:prstGeom>
        </p:spPr>
        <p:txBody>
          <a:bodyPr anchorCtr="0" anchor="b" bIns="91425" lIns="0" spcFirstLastPara="1" rIns="91425" wrap="square" tIns="91425">
            <a:noAutofit/>
          </a:bodyPr>
          <a:lstStyle>
            <a:lvl1pPr lvl="0">
              <a:spcBef>
                <a:spcPts val="0"/>
              </a:spcBef>
              <a:spcAft>
                <a:spcPts val="0"/>
              </a:spcAft>
              <a:buSzPts val="5200"/>
              <a:buFont typeface="Host Grotesk SemiBold"/>
              <a:buNone/>
              <a:defRPr b="1" sz="4500">
                <a:solidFill>
                  <a:schemeClr val="lt1"/>
                </a:solidFill>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1" name="Google Shape;11;p2"/>
          <p:cNvSpPr/>
          <p:nvPr/>
        </p:nvSpPr>
        <p:spPr>
          <a:xfrm>
            <a:off x="220950" y="194250"/>
            <a:ext cx="8702100" cy="738000"/>
          </a:xfrm>
          <a:prstGeom prst="roundRect">
            <a:avLst>
              <a:gd fmla="val 1533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 name="Google Shape;12;p2" title="Group 4367.png"/>
          <p:cNvPicPr preferRelativeResize="0"/>
          <p:nvPr/>
        </p:nvPicPr>
        <p:blipFill>
          <a:blip r:embed="rId3">
            <a:alphaModFix/>
          </a:blip>
          <a:stretch>
            <a:fillRect/>
          </a:stretch>
        </p:blipFill>
        <p:spPr>
          <a:xfrm>
            <a:off x="453640" y="358053"/>
            <a:ext cx="807407" cy="482400"/>
          </a:xfrm>
          <a:prstGeom prst="rect">
            <a:avLst/>
          </a:prstGeom>
          <a:noFill/>
          <a:ln>
            <a:noFill/>
          </a:ln>
        </p:spPr>
      </p:pic>
      <p:sp>
        <p:nvSpPr>
          <p:cNvPr id="13" name="Google Shape;13;p2"/>
          <p:cNvSpPr txBox="1"/>
          <p:nvPr>
            <p:ph idx="2" type="ctrTitle"/>
          </p:nvPr>
        </p:nvSpPr>
        <p:spPr>
          <a:xfrm>
            <a:off x="441056" y="3676913"/>
            <a:ext cx="6942300" cy="393600"/>
          </a:xfrm>
          <a:prstGeom prst="rect">
            <a:avLst/>
          </a:prstGeom>
        </p:spPr>
        <p:txBody>
          <a:bodyPr anchorCtr="0" anchor="b" bIns="91425" lIns="0" spcFirstLastPara="1" rIns="91425" wrap="square" tIns="91425">
            <a:normAutofit/>
          </a:bodyPr>
          <a:lstStyle>
            <a:lvl1pPr indent="0" lvl="0" marL="0" marR="0" rtl="0" algn="l">
              <a:lnSpc>
                <a:spcPct val="115000"/>
              </a:lnSpc>
              <a:spcBef>
                <a:spcPts val="0"/>
              </a:spcBef>
              <a:spcAft>
                <a:spcPts val="0"/>
              </a:spcAft>
              <a:buNone/>
              <a:defRPr sz="1500">
                <a:solidFill>
                  <a:schemeClr val="lt1"/>
                </a:solidFill>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4" name="Google Shape;14;p2"/>
          <p:cNvSpPr txBox="1"/>
          <p:nvPr>
            <p:ph idx="3" type="ctrTitle"/>
          </p:nvPr>
        </p:nvSpPr>
        <p:spPr>
          <a:xfrm>
            <a:off x="6733850" y="348300"/>
            <a:ext cx="902400" cy="393600"/>
          </a:xfrm>
          <a:prstGeom prst="rect">
            <a:avLst/>
          </a:prstGeom>
        </p:spPr>
        <p:txBody>
          <a:bodyPr anchorCtr="0" anchor="t" bIns="91425" lIns="91425" spcFirstLastPara="1" rIns="91425" wrap="square" tIns="91425">
            <a:normAutofit/>
          </a:bodyPr>
          <a:lstStyle>
            <a:lvl1pPr indent="0" lvl="0" marL="0" marR="0" rtl="0" algn="just">
              <a:lnSpc>
                <a:spcPct val="115000"/>
              </a:lnSpc>
              <a:spcBef>
                <a:spcPts val="0"/>
              </a:spcBef>
              <a:spcAft>
                <a:spcPts val="0"/>
              </a:spcAft>
              <a:buNone/>
              <a:defRPr sz="800">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5" name="Google Shape;15;p2"/>
          <p:cNvSpPr txBox="1"/>
          <p:nvPr>
            <p:ph idx="4" type="ctrTitle"/>
          </p:nvPr>
        </p:nvSpPr>
        <p:spPr>
          <a:xfrm>
            <a:off x="7755474" y="348288"/>
            <a:ext cx="936600" cy="393600"/>
          </a:xfrm>
          <a:prstGeom prst="rect">
            <a:avLst/>
          </a:prstGeom>
        </p:spPr>
        <p:txBody>
          <a:bodyPr anchorCtr="0" anchor="t" bIns="91425" lIns="91425" spcFirstLastPara="1" rIns="91425" wrap="square" tIns="91425">
            <a:normAutofit/>
          </a:bodyPr>
          <a:lstStyle>
            <a:lvl1pPr indent="0" lvl="0" marL="0" marR="0" algn="just">
              <a:lnSpc>
                <a:spcPct val="115000"/>
              </a:lnSpc>
              <a:spcBef>
                <a:spcPts val="0"/>
              </a:spcBef>
              <a:spcAft>
                <a:spcPts val="0"/>
              </a:spcAft>
              <a:buNone/>
              <a:defRPr sz="800">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6" name="Google Shape;16;p2"/>
          <p:cNvSpPr txBox="1"/>
          <p:nvPr>
            <p:ph idx="12" type="sldNum"/>
          </p:nvPr>
        </p:nvSpPr>
        <p:spPr>
          <a:xfrm>
            <a:off x="8595300" y="4989148"/>
            <a:ext cx="548700" cy="161700"/>
          </a:xfrm>
          <a:prstGeom prst="rect">
            <a:avLst/>
          </a:prstGeom>
        </p:spPr>
        <p:txBody>
          <a:bodyPr anchorCtr="0" anchor="ctr" bIns="91425" lIns="91425" spcFirstLastPara="1" rIns="91425" wrap="square" tIns="91425">
            <a:noAutofit/>
          </a:bodyPr>
          <a:lstStyle>
            <a:lvl1pPr lvl="0" algn="r">
              <a:lnSpc>
                <a:spcPct val="90000"/>
              </a:lnSpc>
              <a:buSzPts val="358"/>
              <a:buNone/>
              <a:defRPr b="1" sz="925">
                <a:solidFill>
                  <a:schemeClr val="dk1"/>
                </a:solidFill>
                <a:latin typeface="Host Grotesk"/>
                <a:ea typeface="Host Grotesk"/>
                <a:cs typeface="Host Grotesk"/>
                <a:sym typeface="Host Grotesk"/>
              </a:defRPr>
            </a:lvl1pPr>
            <a:lvl2pPr lvl="1" algn="r">
              <a:lnSpc>
                <a:spcPct val="90000"/>
              </a:lnSpc>
              <a:buSzPts val="358"/>
              <a:buNone/>
              <a:defRPr b="1" sz="925">
                <a:solidFill>
                  <a:schemeClr val="dk1"/>
                </a:solidFill>
                <a:latin typeface="Host Grotesk"/>
                <a:ea typeface="Host Grotesk"/>
                <a:cs typeface="Host Grotesk"/>
                <a:sym typeface="Host Grotesk"/>
              </a:defRPr>
            </a:lvl2pPr>
            <a:lvl3pPr lvl="2" algn="r">
              <a:lnSpc>
                <a:spcPct val="90000"/>
              </a:lnSpc>
              <a:buSzPts val="358"/>
              <a:buNone/>
              <a:defRPr b="1" sz="925">
                <a:solidFill>
                  <a:schemeClr val="dk1"/>
                </a:solidFill>
                <a:latin typeface="Host Grotesk"/>
                <a:ea typeface="Host Grotesk"/>
                <a:cs typeface="Host Grotesk"/>
                <a:sym typeface="Host Grotesk"/>
              </a:defRPr>
            </a:lvl3pPr>
            <a:lvl4pPr lvl="3" algn="r">
              <a:lnSpc>
                <a:spcPct val="90000"/>
              </a:lnSpc>
              <a:buSzPts val="358"/>
              <a:buNone/>
              <a:defRPr b="1" sz="925">
                <a:solidFill>
                  <a:schemeClr val="dk1"/>
                </a:solidFill>
                <a:latin typeface="Host Grotesk"/>
                <a:ea typeface="Host Grotesk"/>
                <a:cs typeface="Host Grotesk"/>
                <a:sym typeface="Host Grotesk"/>
              </a:defRPr>
            </a:lvl4pPr>
            <a:lvl5pPr lvl="4" algn="r">
              <a:lnSpc>
                <a:spcPct val="90000"/>
              </a:lnSpc>
              <a:buSzPts val="358"/>
              <a:buNone/>
              <a:defRPr b="1" sz="925">
                <a:solidFill>
                  <a:schemeClr val="dk1"/>
                </a:solidFill>
                <a:latin typeface="Host Grotesk"/>
                <a:ea typeface="Host Grotesk"/>
                <a:cs typeface="Host Grotesk"/>
                <a:sym typeface="Host Grotesk"/>
              </a:defRPr>
            </a:lvl5pPr>
            <a:lvl6pPr lvl="5" algn="r">
              <a:lnSpc>
                <a:spcPct val="90000"/>
              </a:lnSpc>
              <a:buSzPts val="358"/>
              <a:buNone/>
              <a:defRPr b="1" sz="925">
                <a:solidFill>
                  <a:schemeClr val="dk1"/>
                </a:solidFill>
                <a:latin typeface="Host Grotesk"/>
                <a:ea typeface="Host Grotesk"/>
                <a:cs typeface="Host Grotesk"/>
                <a:sym typeface="Host Grotesk"/>
              </a:defRPr>
            </a:lvl6pPr>
            <a:lvl7pPr lvl="6" algn="r">
              <a:lnSpc>
                <a:spcPct val="90000"/>
              </a:lnSpc>
              <a:buSzPts val="358"/>
              <a:buNone/>
              <a:defRPr b="1" sz="925">
                <a:solidFill>
                  <a:schemeClr val="dk1"/>
                </a:solidFill>
                <a:latin typeface="Host Grotesk"/>
                <a:ea typeface="Host Grotesk"/>
                <a:cs typeface="Host Grotesk"/>
                <a:sym typeface="Host Grotesk"/>
              </a:defRPr>
            </a:lvl7pPr>
            <a:lvl8pPr lvl="7" algn="r">
              <a:lnSpc>
                <a:spcPct val="90000"/>
              </a:lnSpc>
              <a:buSzPts val="358"/>
              <a:buNone/>
              <a:defRPr b="1" sz="925">
                <a:solidFill>
                  <a:schemeClr val="dk1"/>
                </a:solidFill>
                <a:latin typeface="Host Grotesk"/>
                <a:ea typeface="Host Grotesk"/>
                <a:cs typeface="Host Grotesk"/>
                <a:sym typeface="Host Grotesk"/>
              </a:defRPr>
            </a:lvl8pPr>
            <a:lvl9pPr lvl="8" algn="r">
              <a:lnSpc>
                <a:spcPct val="90000"/>
              </a:lnSpc>
              <a:buSzPts val="358"/>
              <a:buNone/>
              <a:defRPr b="1" sz="925">
                <a:solidFill>
                  <a:schemeClr val="dk1"/>
                </a:solidFill>
                <a:latin typeface="Host Grotesk"/>
                <a:ea typeface="Host Grotesk"/>
                <a:cs typeface="Host Grotesk"/>
                <a:sym typeface="Host Grotesk"/>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 A">
  <p:cSld name="CUSTOM">
    <p:bg>
      <p:bgPr>
        <a:solidFill>
          <a:srgbClr val="E5E2DB"/>
        </a:solidFill>
      </p:bgPr>
    </p:bg>
    <p:spTree>
      <p:nvGrpSpPr>
        <p:cNvPr id="17" name="Shape 17"/>
        <p:cNvGrpSpPr/>
        <p:nvPr/>
      </p:nvGrpSpPr>
      <p:grpSpPr>
        <a:xfrm>
          <a:off x="0" y="0"/>
          <a:ext cx="0" cy="0"/>
          <a:chOff x="0" y="0"/>
          <a:chExt cx="0" cy="0"/>
        </a:xfrm>
      </p:grpSpPr>
      <p:sp>
        <p:nvSpPr>
          <p:cNvPr id="18" name="Google Shape;18;p3"/>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19" name="Google Shape;19;p3"/>
          <p:cNvSpPr/>
          <p:nvPr/>
        </p:nvSpPr>
        <p:spPr>
          <a:xfrm>
            <a:off x="183700" y="182550"/>
            <a:ext cx="8771100" cy="15345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 name="Google Shape;20;p3" title="information_flow.png"/>
          <p:cNvPicPr preferRelativeResize="0"/>
          <p:nvPr/>
        </p:nvPicPr>
        <p:blipFill>
          <a:blip r:embed="rId2">
            <a:alphaModFix/>
          </a:blip>
          <a:stretch>
            <a:fillRect/>
          </a:stretch>
        </p:blipFill>
        <p:spPr>
          <a:xfrm>
            <a:off x="7511794" y="289121"/>
            <a:ext cx="1340025" cy="1340025"/>
          </a:xfrm>
          <a:prstGeom prst="rect">
            <a:avLst/>
          </a:prstGeom>
          <a:noFill/>
          <a:ln>
            <a:noFill/>
          </a:ln>
        </p:spPr>
      </p:pic>
      <p:sp>
        <p:nvSpPr>
          <p:cNvPr id="21" name="Google Shape;21;p3"/>
          <p:cNvSpPr txBox="1"/>
          <p:nvPr>
            <p:ph type="title"/>
          </p:nvPr>
        </p:nvSpPr>
        <p:spPr>
          <a:xfrm>
            <a:off x="450000" y="436496"/>
            <a:ext cx="6826200" cy="1056000"/>
          </a:xfrm>
          <a:prstGeom prst="rect">
            <a:avLst/>
          </a:prstGeom>
        </p:spPr>
        <p:txBody>
          <a:bodyPr anchorCtr="0" anchor="ctr" bIns="91425" lIns="0" spcFirstLastPara="1" rIns="91425" wrap="square" tIns="0">
            <a:no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3"/>
          <p:cNvSpPr/>
          <p:nvPr/>
        </p:nvSpPr>
        <p:spPr>
          <a:xfrm>
            <a:off x="193283" y="1800000"/>
            <a:ext cx="8771100" cy="31539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3"/>
          <p:cNvSpPr txBox="1"/>
          <p:nvPr>
            <p:ph idx="1" type="subTitle"/>
          </p:nvPr>
        </p:nvSpPr>
        <p:spPr>
          <a:xfrm>
            <a:off x="450000" y="1980100"/>
            <a:ext cx="8145600" cy="426000"/>
          </a:xfrm>
          <a:prstGeom prst="rect">
            <a:avLst/>
          </a:prstGeom>
        </p:spPr>
        <p:txBody>
          <a:bodyPr anchorCtr="0" anchor="t" bIns="91425" lIns="91425" spcFirstLastPara="1" rIns="91425" wrap="square" tIns="91425">
            <a:normAutofit/>
          </a:bodyPr>
          <a:lstStyle>
            <a:lvl1pPr lvl="0">
              <a:spcBef>
                <a:spcPts val="0"/>
              </a:spcBef>
              <a:spcAft>
                <a:spcPts val="0"/>
              </a:spcAft>
              <a:buSzPts val="800"/>
              <a:buNone/>
              <a:defRPr sz="1200"/>
            </a:lvl1pPr>
            <a:lvl2pPr lvl="1">
              <a:spcBef>
                <a:spcPts val="0"/>
              </a:spcBef>
              <a:spcAft>
                <a:spcPts val="0"/>
              </a:spcAft>
              <a:buSzPts val="1300"/>
              <a:buNone/>
              <a:defRPr/>
            </a:lvl2pPr>
            <a:lvl3pPr lvl="2">
              <a:spcBef>
                <a:spcPts val="0"/>
              </a:spcBef>
              <a:spcAft>
                <a:spcPts val="0"/>
              </a:spcAft>
              <a:buSzPts val="1400"/>
              <a:buNone/>
              <a:defRPr/>
            </a:lvl3pPr>
            <a:lvl4pPr lvl="3">
              <a:spcBef>
                <a:spcPts val="0"/>
              </a:spcBef>
              <a:spcAft>
                <a:spcPts val="0"/>
              </a:spcAft>
              <a:buSzPts val="1300"/>
              <a:buNone/>
              <a:defRPr/>
            </a:lvl4pPr>
            <a:lvl5pPr lvl="4">
              <a:spcBef>
                <a:spcPts val="0"/>
              </a:spcBef>
              <a:spcAft>
                <a:spcPts val="0"/>
              </a:spcAft>
              <a:buSzPts val="1200"/>
              <a:buNone/>
              <a:defRPr/>
            </a:lvl5pPr>
            <a:lvl6pPr lvl="5">
              <a:spcBef>
                <a:spcPts val="0"/>
              </a:spcBef>
              <a:spcAft>
                <a:spcPts val="0"/>
              </a:spcAft>
              <a:buSzPts val="11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4" name="Google Shape;24;p3"/>
          <p:cNvSpPr txBox="1"/>
          <p:nvPr>
            <p:ph idx="2" type="body"/>
          </p:nvPr>
        </p:nvSpPr>
        <p:spPr>
          <a:xfrm>
            <a:off x="450000" y="2563850"/>
            <a:ext cx="8290800" cy="2161500"/>
          </a:xfrm>
          <a:prstGeom prst="rect">
            <a:avLst/>
          </a:prstGeom>
        </p:spPr>
        <p:txBody>
          <a:bodyPr anchorCtr="0" anchor="t" bIns="91425" lIns="91425" spcFirstLastPara="1" rIns="91425" wrap="square" tIns="91425">
            <a:normAutofit/>
          </a:bodyPr>
          <a:lstStyle>
            <a:lvl1pPr indent="-273050" lvl="0" marL="457200">
              <a:spcBef>
                <a:spcPts val="0"/>
              </a:spcBef>
              <a:spcAft>
                <a:spcPts val="0"/>
              </a:spcAft>
              <a:buSzPts val="700"/>
              <a:buChar char="●"/>
              <a:defRPr sz="1100"/>
            </a:lvl1pPr>
            <a:lvl2pPr indent="-279400" lvl="1" marL="914400">
              <a:spcBef>
                <a:spcPts val="0"/>
              </a:spcBef>
              <a:spcAft>
                <a:spcPts val="0"/>
              </a:spcAft>
              <a:buSzPts val="800"/>
              <a:buChar char="○"/>
              <a:defRPr sz="800"/>
            </a:lvl2pPr>
            <a:lvl3pPr indent="-285750" lvl="2" marL="1371600">
              <a:spcBef>
                <a:spcPts val="0"/>
              </a:spcBef>
              <a:spcAft>
                <a:spcPts val="0"/>
              </a:spcAft>
              <a:buSzPts val="900"/>
              <a:buChar char="■"/>
              <a:defRPr sz="900"/>
            </a:lvl3pPr>
            <a:lvl4pPr indent="-279400" lvl="3" marL="1828800">
              <a:spcBef>
                <a:spcPts val="0"/>
              </a:spcBef>
              <a:spcAft>
                <a:spcPts val="0"/>
              </a:spcAft>
              <a:buSzPts val="800"/>
              <a:buChar char="●"/>
              <a:defRPr sz="800"/>
            </a:lvl4pPr>
            <a:lvl5pPr indent="-273050" lvl="4" marL="2286000">
              <a:spcBef>
                <a:spcPts val="0"/>
              </a:spcBef>
              <a:spcAft>
                <a:spcPts val="0"/>
              </a:spcAft>
              <a:buSzPts val="700"/>
              <a:buChar char="○"/>
              <a:defRPr sz="700"/>
            </a:lvl5pPr>
            <a:lvl6pPr indent="-266700" lvl="5" marL="2743200">
              <a:spcBef>
                <a:spcPts val="0"/>
              </a:spcBef>
              <a:spcAft>
                <a:spcPts val="0"/>
              </a:spcAft>
              <a:buSzPts val="600"/>
              <a:buChar char="■"/>
              <a:defRPr sz="6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 B">
  <p:cSld name="CUSTOM_1">
    <p:bg>
      <p:bgPr>
        <a:solidFill>
          <a:srgbClr val="E5E2DB"/>
        </a:solidFill>
      </p:bgPr>
    </p:bg>
    <p:spTree>
      <p:nvGrpSpPr>
        <p:cNvPr id="25" name="Shape 25"/>
        <p:cNvGrpSpPr/>
        <p:nvPr/>
      </p:nvGrpSpPr>
      <p:grpSpPr>
        <a:xfrm>
          <a:off x="0" y="0"/>
          <a:ext cx="0" cy="0"/>
          <a:chOff x="0" y="0"/>
          <a:chExt cx="0" cy="0"/>
        </a:xfrm>
      </p:grpSpPr>
      <p:sp>
        <p:nvSpPr>
          <p:cNvPr id="26" name="Google Shape;26;p4"/>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27" name="Google Shape;27;p4"/>
          <p:cNvSpPr/>
          <p:nvPr/>
        </p:nvSpPr>
        <p:spPr>
          <a:xfrm>
            <a:off x="183725" y="1336350"/>
            <a:ext cx="8787900" cy="36528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 name="Google Shape;28;p4"/>
          <p:cNvSpPr/>
          <p:nvPr/>
        </p:nvSpPr>
        <p:spPr>
          <a:xfrm>
            <a:off x="183700" y="182550"/>
            <a:ext cx="8787900" cy="10560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4"/>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4"/>
          <p:cNvSpPr txBox="1"/>
          <p:nvPr>
            <p:ph idx="1" type="subTitle"/>
          </p:nvPr>
        </p:nvSpPr>
        <p:spPr>
          <a:xfrm>
            <a:off x="450000" y="1530450"/>
            <a:ext cx="8290800" cy="3188700"/>
          </a:xfrm>
          <a:prstGeom prst="rect">
            <a:avLst/>
          </a:prstGeom>
        </p:spPr>
        <p:txBody>
          <a:bodyPr anchorCtr="0" anchor="t" bIns="91425" lIns="0" spcFirstLastPara="1" rIns="91425" wrap="square" tIns="0">
            <a:normAutofit/>
          </a:bodyPr>
          <a:lstStyle>
            <a:lvl1pPr lvl="0">
              <a:spcBef>
                <a:spcPts val="0"/>
              </a:spcBef>
              <a:spcAft>
                <a:spcPts val="0"/>
              </a:spcAft>
              <a:buSzPts val="1000"/>
              <a:buNone/>
              <a:defRPr sz="1200"/>
            </a:lvl1pPr>
            <a:lvl2pPr lvl="1">
              <a:spcBef>
                <a:spcPts val="0"/>
              </a:spcBef>
              <a:spcAft>
                <a:spcPts val="0"/>
              </a:spcAft>
              <a:buSzPts val="1300"/>
              <a:buNone/>
              <a:defRPr/>
            </a:lvl2pPr>
            <a:lvl3pPr lvl="2">
              <a:spcBef>
                <a:spcPts val="0"/>
              </a:spcBef>
              <a:spcAft>
                <a:spcPts val="0"/>
              </a:spcAft>
              <a:buSzPts val="1400"/>
              <a:buNone/>
              <a:defRPr/>
            </a:lvl3pPr>
            <a:lvl4pPr lvl="3">
              <a:spcBef>
                <a:spcPts val="0"/>
              </a:spcBef>
              <a:spcAft>
                <a:spcPts val="0"/>
              </a:spcAft>
              <a:buSzPts val="1300"/>
              <a:buNone/>
              <a:defRPr/>
            </a:lvl4pPr>
            <a:lvl5pPr lvl="4">
              <a:spcBef>
                <a:spcPts val="0"/>
              </a:spcBef>
              <a:spcAft>
                <a:spcPts val="0"/>
              </a:spcAft>
              <a:buSzPts val="1200"/>
              <a:buNone/>
              <a:defRPr/>
            </a:lvl5pPr>
            <a:lvl6pPr lvl="5">
              <a:spcBef>
                <a:spcPts val="0"/>
              </a:spcBef>
              <a:spcAft>
                <a:spcPts val="0"/>
              </a:spcAft>
              <a:buSzPts val="11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pos="283">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drážky">
  <p:cSld name="CUSTOM_1_2">
    <p:bg>
      <p:bgPr>
        <a:solidFill>
          <a:srgbClr val="E5E2DB"/>
        </a:solidFill>
      </p:bgPr>
    </p:bg>
    <p:spTree>
      <p:nvGrpSpPr>
        <p:cNvPr id="31" name="Shape 31"/>
        <p:cNvGrpSpPr/>
        <p:nvPr/>
      </p:nvGrpSpPr>
      <p:grpSpPr>
        <a:xfrm>
          <a:off x="0" y="0"/>
          <a:ext cx="0" cy="0"/>
          <a:chOff x="0" y="0"/>
          <a:chExt cx="0" cy="0"/>
        </a:xfrm>
      </p:grpSpPr>
      <p:sp>
        <p:nvSpPr>
          <p:cNvPr id="32" name="Google Shape;32;p5"/>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33" name="Google Shape;33;p5"/>
          <p:cNvSpPr/>
          <p:nvPr/>
        </p:nvSpPr>
        <p:spPr>
          <a:xfrm>
            <a:off x="183725" y="1336350"/>
            <a:ext cx="8787900" cy="36528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 name="Google Shape;34;p5"/>
          <p:cNvSpPr/>
          <p:nvPr/>
        </p:nvSpPr>
        <p:spPr>
          <a:xfrm>
            <a:off x="183700" y="182550"/>
            <a:ext cx="8787900" cy="10560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 name="Google Shape;35;p5"/>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 name="Google Shape;36;p5"/>
          <p:cNvSpPr txBox="1"/>
          <p:nvPr>
            <p:ph idx="1" type="body"/>
          </p:nvPr>
        </p:nvSpPr>
        <p:spPr>
          <a:xfrm>
            <a:off x="457750" y="1585625"/>
            <a:ext cx="8251500" cy="3179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a:lvl1pPr>
            <a:lvl2pPr indent="-311150" lvl="1" marL="914400">
              <a:spcBef>
                <a:spcPts val="0"/>
              </a:spcBef>
              <a:spcAft>
                <a:spcPts val="0"/>
              </a:spcAft>
              <a:buSzPts val="13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3">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 C">
  <p:cSld name="CUSTOM_1_1">
    <p:bg>
      <p:bgPr>
        <a:solidFill>
          <a:srgbClr val="E5E2DB"/>
        </a:solidFill>
      </p:bgPr>
    </p:bg>
    <p:spTree>
      <p:nvGrpSpPr>
        <p:cNvPr id="37" name="Shape 37"/>
        <p:cNvGrpSpPr/>
        <p:nvPr/>
      </p:nvGrpSpPr>
      <p:grpSpPr>
        <a:xfrm>
          <a:off x="0" y="0"/>
          <a:ext cx="0" cy="0"/>
          <a:chOff x="0" y="0"/>
          <a:chExt cx="0" cy="0"/>
        </a:xfrm>
      </p:grpSpPr>
      <p:sp>
        <p:nvSpPr>
          <p:cNvPr id="38" name="Google Shape;38;p6"/>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39" name="Google Shape;39;p6"/>
          <p:cNvSpPr/>
          <p:nvPr/>
        </p:nvSpPr>
        <p:spPr>
          <a:xfrm>
            <a:off x="183725" y="169000"/>
            <a:ext cx="8787900" cy="48201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450000" y="436050"/>
            <a:ext cx="8377500" cy="5490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6"/>
          <p:cNvSpPr txBox="1"/>
          <p:nvPr>
            <p:ph idx="1" type="subTitle"/>
          </p:nvPr>
        </p:nvSpPr>
        <p:spPr>
          <a:xfrm>
            <a:off x="450000" y="1197701"/>
            <a:ext cx="8121900" cy="3500700"/>
          </a:xfrm>
          <a:prstGeom prst="rect">
            <a:avLst/>
          </a:prstGeom>
        </p:spPr>
        <p:txBody>
          <a:bodyPr anchorCtr="0" anchor="t" bIns="91425" lIns="0" spcFirstLastPara="1" rIns="91425" wrap="square" tIns="0">
            <a:normAutofit/>
          </a:bodyPr>
          <a:lstStyle>
            <a:lvl1pPr indent="0" lvl="0" marL="0" marR="0" algn="l">
              <a:lnSpc>
                <a:spcPct val="120000"/>
              </a:lnSpc>
              <a:spcBef>
                <a:spcPts val="0"/>
              </a:spcBef>
              <a:spcAft>
                <a:spcPts val="0"/>
              </a:spcAft>
              <a:buNone/>
              <a:defRPr sz="1115">
                <a:solidFill>
                  <a:schemeClr val="dk1"/>
                </a:solidFill>
              </a:defRPr>
            </a:lvl1pPr>
            <a:lvl2pPr lvl="1">
              <a:spcBef>
                <a:spcPts val="0"/>
              </a:spcBef>
              <a:spcAft>
                <a:spcPts val="0"/>
              </a:spcAft>
              <a:buSzPts val="1300"/>
              <a:buNone/>
              <a:defRPr/>
            </a:lvl2pPr>
            <a:lvl3pPr lvl="2">
              <a:spcBef>
                <a:spcPts val="0"/>
              </a:spcBef>
              <a:spcAft>
                <a:spcPts val="0"/>
              </a:spcAft>
              <a:buSzPts val="1400"/>
              <a:buNone/>
              <a:defRPr/>
            </a:lvl3pPr>
            <a:lvl4pPr lvl="3">
              <a:spcBef>
                <a:spcPts val="0"/>
              </a:spcBef>
              <a:spcAft>
                <a:spcPts val="0"/>
              </a:spcAft>
              <a:buSzPts val="1300"/>
              <a:buNone/>
              <a:defRPr/>
            </a:lvl4pPr>
            <a:lvl5pPr lvl="4">
              <a:spcBef>
                <a:spcPts val="0"/>
              </a:spcBef>
              <a:spcAft>
                <a:spcPts val="0"/>
              </a:spcAft>
              <a:buSzPts val="1200"/>
              <a:buNone/>
              <a:defRPr/>
            </a:lvl5pPr>
            <a:lvl6pPr lvl="5">
              <a:spcBef>
                <a:spcPts val="0"/>
              </a:spcBef>
              <a:spcAft>
                <a:spcPts val="0"/>
              </a:spcAft>
              <a:buSzPts val="11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pos="116">
          <p15:clr>
            <a:srgbClr val="E46962"/>
          </p15:clr>
        </p15:guide>
        <p15:guide id="2" pos="5651">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 C 1">
  <p:cSld name="CUSTOM_1_1_2">
    <p:bg>
      <p:bgPr>
        <a:solidFill>
          <a:srgbClr val="E5E2DB"/>
        </a:solidFill>
      </p:bgPr>
    </p:bg>
    <p:spTree>
      <p:nvGrpSpPr>
        <p:cNvPr id="42" name="Shape 42"/>
        <p:cNvGrpSpPr/>
        <p:nvPr/>
      </p:nvGrpSpPr>
      <p:grpSpPr>
        <a:xfrm>
          <a:off x="0" y="0"/>
          <a:ext cx="0" cy="0"/>
          <a:chOff x="0" y="0"/>
          <a:chExt cx="0" cy="0"/>
        </a:xfrm>
      </p:grpSpPr>
      <p:sp>
        <p:nvSpPr>
          <p:cNvPr id="43" name="Google Shape;43;p7"/>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44" name="Google Shape;44;p7"/>
          <p:cNvSpPr/>
          <p:nvPr/>
        </p:nvSpPr>
        <p:spPr>
          <a:xfrm>
            <a:off x="183725" y="169000"/>
            <a:ext cx="8787900" cy="48201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 name="Google Shape;45;p7"/>
          <p:cNvSpPr txBox="1"/>
          <p:nvPr>
            <p:ph type="title"/>
          </p:nvPr>
        </p:nvSpPr>
        <p:spPr>
          <a:xfrm>
            <a:off x="450000" y="436050"/>
            <a:ext cx="8377500" cy="5490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 name="Google Shape;46;p7"/>
          <p:cNvSpPr txBox="1"/>
          <p:nvPr>
            <p:ph idx="1" type="subTitle"/>
          </p:nvPr>
        </p:nvSpPr>
        <p:spPr>
          <a:xfrm>
            <a:off x="450000" y="1197701"/>
            <a:ext cx="8121900" cy="3500700"/>
          </a:xfrm>
          <a:prstGeom prst="rect">
            <a:avLst/>
          </a:prstGeom>
        </p:spPr>
        <p:txBody>
          <a:bodyPr anchorCtr="0" anchor="t" bIns="91425" lIns="0" spcFirstLastPara="1" rIns="91425" wrap="square" tIns="0">
            <a:normAutofit/>
          </a:bodyPr>
          <a:lstStyle>
            <a:lvl1pPr indent="0" lvl="0" marL="0" marR="0" algn="l">
              <a:lnSpc>
                <a:spcPct val="120000"/>
              </a:lnSpc>
              <a:spcBef>
                <a:spcPts val="0"/>
              </a:spcBef>
              <a:spcAft>
                <a:spcPts val="0"/>
              </a:spcAft>
              <a:buNone/>
              <a:defRPr sz="1615">
                <a:solidFill>
                  <a:schemeClr val="dk1"/>
                </a:solidFill>
              </a:defRPr>
            </a:lvl1pPr>
            <a:lvl2pPr lvl="1">
              <a:spcBef>
                <a:spcPts val="0"/>
              </a:spcBef>
              <a:spcAft>
                <a:spcPts val="0"/>
              </a:spcAft>
              <a:buSzPts val="1300"/>
              <a:buNone/>
              <a:defRPr/>
            </a:lvl2pPr>
            <a:lvl3pPr lvl="2">
              <a:spcBef>
                <a:spcPts val="0"/>
              </a:spcBef>
              <a:spcAft>
                <a:spcPts val="0"/>
              </a:spcAft>
              <a:buSzPts val="1400"/>
              <a:buNone/>
              <a:defRPr/>
            </a:lvl3pPr>
            <a:lvl4pPr lvl="3">
              <a:spcBef>
                <a:spcPts val="0"/>
              </a:spcBef>
              <a:spcAft>
                <a:spcPts val="0"/>
              </a:spcAft>
              <a:buSzPts val="1300"/>
              <a:buNone/>
              <a:defRPr/>
            </a:lvl4pPr>
            <a:lvl5pPr lvl="4">
              <a:spcBef>
                <a:spcPts val="0"/>
              </a:spcBef>
              <a:spcAft>
                <a:spcPts val="0"/>
              </a:spcAft>
              <a:buSzPts val="1200"/>
              <a:buNone/>
              <a:defRPr/>
            </a:lvl5pPr>
            <a:lvl6pPr lvl="5">
              <a:spcBef>
                <a:spcPts val="0"/>
              </a:spcBef>
              <a:spcAft>
                <a:spcPts val="0"/>
              </a:spcAft>
              <a:buSzPts val="11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pos="116">
          <p15:clr>
            <a:srgbClr val="E46962"/>
          </p15:clr>
        </p15:guide>
        <p15:guide id="2" pos="5651">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A OBRÁZEK - A">
  <p:cSld name="CUSTOM_1_1_1">
    <p:bg>
      <p:bgPr>
        <a:solidFill>
          <a:srgbClr val="E5E2DB"/>
        </a:solidFill>
      </p:bgPr>
    </p:bg>
    <p:spTree>
      <p:nvGrpSpPr>
        <p:cNvPr id="47" name="Shape 47"/>
        <p:cNvGrpSpPr/>
        <p:nvPr/>
      </p:nvGrpSpPr>
      <p:grpSpPr>
        <a:xfrm>
          <a:off x="0" y="0"/>
          <a:ext cx="0" cy="0"/>
          <a:chOff x="0" y="0"/>
          <a:chExt cx="0" cy="0"/>
        </a:xfrm>
      </p:grpSpPr>
      <p:sp>
        <p:nvSpPr>
          <p:cNvPr id="48" name="Google Shape;48;p8"/>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49" name="Google Shape;49;p8"/>
          <p:cNvSpPr/>
          <p:nvPr/>
        </p:nvSpPr>
        <p:spPr>
          <a:xfrm>
            <a:off x="183700" y="182475"/>
            <a:ext cx="6310200" cy="47715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 name="Google Shape;50;p8"/>
          <p:cNvSpPr/>
          <p:nvPr>
            <p:ph idx="2" type="pic"/>
          </p:nvPr>
        </p:nvSpPr>
        <p:spPr>
          <a:xfrm>
            <a:off x="6599350" y="182475"/>
            <a:ext cx="2372400" cy="4771500"/>
          </a:xfrm>
          <a:prstGeom prst="roundRect">
            <a:avLst>
              <a:gd fmla="val 3713" name="adj"/>
            </a:avLst>
          </a:prstGeom>
          <a:noFill/>
          <a:ln>
            <a:noFill/>
          </a:ln>
        </p:spPr>
      </p:sp>
      <p:sp>
        <p:nvSpPr>
          <p:cNvPr id="51" name="Google Shape;51;p8"/>
          <p:cNvSpPr txBox="1"/>
          <p:nvPr>
            <p:ph type="title"/>
          </p:nvPr>
        </p:nvSpPr>
        <p:spPr>
          <a:xfrm>
            <a:off x="450000" y="480137"/>
            <a:ext cx="5766300" cy="9453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8"/>
          <p:cNvSpPr txBox="1"/>
          <p:nvPr>
            <p:ph idx="1" type="subTitle"/>
          </p:nvPr>
        </p:nvSpPr>
        <p:spPr>
          <a:xfrm>
            <a:off x="450000" y="1521000"/>
            <a:ext cx="5766300" cy="3177600"/>
          </a:xfrm>
          <a:prstGeom prst="rect">
            <a:avLst/>
          </a:prstGeom>
        </p:spPr>
        <p:txBody>
          <a:bodyPr anchorCtr="0" anchor="t" bIns="91425" lIns="0" spcFirstLastPara="1" rIns="91425" wrap="square" tIns="0">
            <a:normAutofit/>
          </a:bodyPr>
          <a:lstStyle>
            <a:lvl1pPr indent="0" lvl="0" marL="0" marR="0" algn="l">
              <a:lnSpc>
                <a:spcPct val="120000"/>
              </a:lnSpc>
              <a:spcBef>
                <a:spcPts val="0"/>
              </a:spcBef>
              <a:spcAft>
                <a:spcPts val="0"/>
              </a:spcAft>
              <a:buNone/>
              <a:defRPr sz="1115">
                <a:solidFill>
                  <a:schemeClr val="dk1"/>
                </a:solidFill>
              </a:defRPr>
            </a:lvl1pPr>
            <a:lvl2pPr lvl="1">
              <a:spcBef>
                <a:spcPts val="0"/>
              </a:spcBef>
              <a:spcAft>
                <a:spcPts val="0"/>
              </a:spcAft>
              <a:buSzPts val="1300"/>
              <a:buNone/>
              <a:defRPr/>
            </a:lvl2pPr>
            <a:lvl3pPr lvl="2">
              <a:spcBef>
                <a:spcPts val="0"/>
              </a:spcBef>
              <a:spcAft>
                <a:spcPts val="0"/>
              </a:spcAft>
              <a:buSzPts val="1400"/>
              <a:buNone/>
              <a:defRPr/>
            </a:lvl3pPr>
            <a:lvl4pPr lvl="3">
              <a:spcBef>
                <a:spcPts val="0"/>
              </a:spcBef>
              <a:spcAft>
                <a:spcPts val="0"/>
              </a:spcAft>
              <a:buSzPts val="1300"/>
              <a:buNone/>
              <a:defRPr/>
            </a:lvl4pPr>
            <a:lvl5pPr lvl="4">
              <a:spcBef>
                <a:spcPts val="0"/>
              </a:spcBef>
              <a:spcAft>
                <a:spcPts val="0"/>
              </a:spcAft>
              <a:buSzPts val="1200"/>
              <a:buNone/>
              <a:defRPr/>
            </a:lvl5pPr>
            <a:lvl6pPr lvl="5">
              <a:spcBef>
                <a:spcPts val="0"/>
              </a:spcBef>
              <a:spcAft>
                <a:spcPts val="0"/>
              </a:spcAft>
              <a:buSzPts val="11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orient="horz" pos="51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A OBRÁZEK - B">
  <p:cSld name="CUSTOM_1_1_1_1">
    <p:bg>
      <p:bgPr>
        <a:solidFill>
          <a:srgbClr val="E5E2DB"/>
        </a:solidFill>
      </p:bgPr>
    </p:bg>
    <p:spTree>
      <p:nvGrpSpPr>
        <p:cNvPr id="53" name="Shape 53"/>
        <p:cNvGrpSpPr/>
        <p:nvPr/>
      </p:nvGrpSpPr>
      <p:grpSpPr>
        <a:xfrm>
          <a:off x="0" y="0"/>
          <a:ext cx="0" cy="0"/>
          <a:chOff x="0" y="0"/>
          <a:chExt cx="0" cy="0"/>
        </a:xfrm>
      </p:grpSpPr>
      <p:sp>
        <p:nvSpPr>
          <p:cNvPr id="54" name="Google Shape;54;p9"/>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55" name="Google Shape;55;p9"/>
          <p:cNvSpPr/>
          <p:nvPr/>
        </p:nvSpPr>
        <p:spPr>
          <a:xfrm>
            <a:off x="186325" y="182200"/>
            <a:ext cx="8761500" cy="15345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 name="Google Shape;56;p9" title="information_flow.png"/>
          <p:cNvPicPr preferRelativeResize="0"/>
          <p:nvPr/>
        </p:nvPicPr>
        <p:blipFill>
          <a:blip r:embed="rId2">
            <a:alphaModFix/>
          </a:blip>
          <a:stretch>
            <a:fillRect/>
          </a:stretch>
        </p:blipFill>
        <p:spPr>
          <a:xfrm>
            <a:off x="7539294" y="288758"/>
            <a:ext cx="1340025" cy="1340025"/>
          </a:xfrm>
          <a:prstGeom prst="rect">
            <a:avLst/>
          </a:prstGeom>
          <a:noFill/>
          <a:ln>
            <a:noFill/>
          </a:ln>
        </p:spPr>
      </p:pic>
      <p:sp>
        <p:nvSpPr>
          <p:cNvPr id="57" name="Google Shape;57;p9"/>
          <p:cNvSpPr txBox="1"/>
          <p:nvPr>
            <p:ph type="title"/>
          </p:nvPr>
        </p:nvSpPr>
        <p:spPr>
          <a:xfrm>
            <a:off x="450000" y="428798"/>
            <a:ext cx="6890400" cy="10560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9"/>
          <p:cNvSpPr/>
          <p:nvPr>
            <p:ph idx="2" type="pic"/>
          </p:nvPr>
        </p:nvSpPr>
        <p:spPr>
          <a:xfrm>
            <a:off x="186250" y="1817775"/>
            <a:ext cx="8761500" cy="3136200"/>
          </a:xfrm>
          <a:prstGeom prst="roundRect">
            <a:avLst>
              <a:gd fmla="val 3713" name="adj"/>
            </a:avLst>
          </a:prstGeom>
          <a:noFill/>
          <a:ln>
            <a:noFill/>
          </a:ln>
        </p:spPr>
      </p:sp>
    </p:spTree>
  </p:cSld>
  <p:clrMapOvr>
    <a:masterClrMapping/>
  </p:clrMapOvr>
  <p:extLst>
    <p:ext uri="{DCECCB84-F9BA-43D5-87BE-67443E8EF086}">
      <p15:sldGuideLst>
        <p15:guide id="1" pos="283">
          <p15:clr>
            <a:srgbClr val="E46962"/>
          </p15:clr>
        </p15:guide>
        <p15:guide id="2" pos="117">
          <p15:clr>
            <a:srgbClr val="E46962"/>
          </p15:clr>
        </p15:guide>
        <p15:guide id="3" pos="5636">
          <p15:clr>
            <a:srgbClr val="E46962"/>
          </p15:clr>
        </p15:guide>
        <p15:guide id="4" orient="horz" pos="51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TEXT A OBRÁZEK - C">
  <p:cSld name="CUSTOM_1_1_1_1_2">
    <p:bg>
      <p:bgPr>
        <a:solidFill>
          <a:srgbClr val="E5E2DB"/>
        </a:solidFill>
      </p:bgPr>
    </p:bg>
    <p:spTree>
      <p:nvGrpSpPr>
        <p:cNvPr id="59" name="Shape 59"/>
        <p:cNvGrpSpPr/>
        <p:nvPr/>
      </p:nvGrpSpPr>
      <p:grpSpPr>
        <a:xfrm>
          <a:off x="0" y="0"/>
          <a:ext cx="0" cy="0"/>
          <a:chOff x="0" y="0"/>
          <a:chExt cx="0" cy="0"/>
        </a:xfrm>
      </p:grpSpPr>
      <p:sp>
        <p:nvSpPr>
          <p:cNvPr id="60" name="Google Shape;60;p10"/>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
        <p:nvSpPr>
          <p:cNvPr id="61" name="Google Shape;61;p10"/>
          <p:cNvSpPr/>
          <p:nvPr/>
        </p:nvSpPr>
        <p:spPr>
          <a:xfrm>
            <a:off x="186325" y="182200"/>
            <a:ext cx="8761500" cy="15345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 name="Google Shape;62;p10" title="information_flow.png"/>
          <p:cNvPicPr preferRelativeResize="0"/>
          <p:nvPr/>
        </p:nvPicPr>
        <p:blipFill>
          <a:blip r:embed="rId2">
            <a:alphaModFix/>
          </a:blip>
          <a:stretch>
            <a:fillRect/>
          </a:stretch>
        </p:blipFill>
        <p:spPr>
          <a:xfrm>
            <a:off x="7539294" y="288758"/>
            <a:ext cx="1340025" cy="1340025"/>
          </a:xfrm>
          <a:prstGeom prst="rect">
            <a:avLst/>
          </a:prstGeom>
          <a:noFill/>
          <a:ln>
            <a:noFill/>
          </a:ln>
        </p:spPr>
      </p:pic>
      <p:sp>
        <p:nvSpPr>
          <p:cNvPr id="63" name="Google Shape;63;p10"/>
          <p:cNvSpPr txBox="1"/>
          <p:nvPr>
            <p:ph type="title"/>
          </p:nvPr>
        </p:nvSpPr>
        <p:spPr>
          <a:xfrm>
            <a:off x="450000" y="428798"/>
            <a:ext cx="6890400" cy="1056000"/>
          </a:xfrm>
          <a:prstGeom prst="rect">
            <a:avLst/>
          </a:prstGeom>
        </p:spPr>
        <p:txBody>
          <a:bodyPr anchorCtr="0" anchor="ctr" bIns="91425" lIns="0" spcFirstLastPara="1" rIns="91425" wrap="square" tIns="0">
            <a:normAutofit/>
          </a:bodyPr>
          <a:lstStyle>
            <a:lvl1pPr indent="0" lvl="0" marL="0" marR="0" algn="l">
              <a:lnSpc>
                <a:spcPct val="90000"/>
              </a:lnSpc>
              <a:spcBef>
                <a:spcPts val="0"/>
              </a:spcBef>
              <a:spcAft>
                <a:spcPts val="0"/>
              </a:spcAft>
              <a:buNone/>
              <a:defRPr b="1" sz="3700">
                <a:latin typeface="Host Grotesk"/>
                <a:ea typeface="Host Grotesk"/>
                <a:cs typeface="Host Grotesk"/>
                <a:sym typeface="Host Grotes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0"/>
          <p:cNvSpPr/>
          <p:nvPr>
            <p:ph idx="2" type="pic"/>
          </p:nvPr>
        </p:nvSpPr>
        <p:spPr>
          <a:xfrm>
            <a:off x="6598375" y="1817775"/>
            <a:ext cx="2349300" cy="3136200"/>
          </a:xfrm>
          <a:prstGeom prst="roundRect">
            <a:avLst>
              <a:gd fmla="val 3713" name="adj"/>
            </a:avLst>
          </a:prstGeom>
          <a:noFill/>
          <a:ln>
            <a:noFill/>
          </a:ln>
        </p:spPr>
      </p:sp>
      <p:sp>
        <p:nvSpPr>
          <p:cNvPr id="65" name="Google Shape;65;p10"/>
          <p:cNvSpPr/>
          <p:nvPr>
            <p:ph idx="3" type="pic"/>
          </p:nvPr>
        </p:nvSpPr>
        <p:spPr>
          <a:xfrm>
            <a:off x="4149625" y="1817775"/>
            <a:ext cx="2349300" cy="1502100"/>
          </a:xfrm>
          <a:prstGeom prst="roundRect">
            <a:avLst>
              <a:gd fmla="val 3713" name="adj"/>
            </a:avLst>
          </a:prstGeom>
          <a:noFill/>
          <a:ln>
            <a:noFill/>
          </a:ln>
        </p:spPr>
      </p:sp>
      <p:sp>
        <p:nvSpPr>
          <p:cNvPr id="66" name="Google Shape;66;p10"/>
          <p:cNvSpPr/>
          <p:nvPr>
            <p:ph idx="4" type="pic"/>
          </p:nvPr>
        </p:nvSpPr>
        <p:spPr>
          <a:xfrm>
            <a:off x="4149625" y="3419475"/>
            <a:ext cx="2349300" cy="1534500"/>
          </a:xfrm>
          <a:prstGeom prst="roundRect">
            <a:avLst>
              <a:gd fmla="val 3713" name="adj"/>
            </a:avLst>
          </a:prstGeom>
          <a:noFill/>
          <a:ln>
            <a:noFill/>
          </a:ln>
        </p:spPr>
      </p:sp>
      <p:sp>
        <p:nvSpPr>
          <p:cNvPr id="67" name="Google Shape;67;p10"/>
          <p:cNvSpPr/>
          <p:nvPr/>
        </p:nvSpPr>
        <p:spPr>
          <a:xfrm>
            <a:off x="186325" y="1817750"/>
            <a:ext cx="3863700" cy="3136200"/>
          </a:xfrm>
          <a:prstGeom prst="roundRect">
            <a:avLst>
              <a:gd fmla="val 209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0"/>
          <p:cNvSpPr txBox="1"/>
          <p:nvPr>
            <p:ph idx="1" type="subTitle"/>
          </p:nvPr>
        </p:nvSpPr>
        <p:spPr>
          <a:xfrm>
            <a:off x="450000" y="2138225"/>
            <a:ext cx="3348900" cy="2560500"/>
          </a:xfrm>
          <a:prstGeom prst="rect">
            <a:avLst/>
          </a:prstGeom>
        </p:spPr>
        <p:txBody>
          <a:bodyPr anchorCtr="0" anchor="t" bIns="91425" lIns="0" spcFirstLastPara="1" rIns="91425" wrap="square" tIns="0">
            <a:normAutofit/>
          </a:bodyPr>
          <a:lstStyle>
            <a:lvl1pPr indent="0" lvl="0" marL="0" marR="0" algn="l">
              <a:lnSpc>
                <a:spcPct val="120000"/>
              </a:lnSpc>
              <a:spcBef>
                <a:spcPts val="0"/>
              </a:spcBef>
              <a:spcAft>
                <a:spcPts val="0"/>
              </a:spcAft>
              <a:buNone/>
              <a:defRPr sz="1115">
                <a:solidFill>
                  <a:schemeClr val="dk1"/>
                </a:solidFill>
              </a:defRPr>
            </a:lvl1pPr>
            <a:lvl2pPr lvl="1">
              <a:spcBef>
                <a:spcPts val="0"/>
              </a:spcBef>
              <a:spcAft>
                <a:spcPts val="0"/>
              </a:spcAft>
              <a:buSzPts val="1300"/>
              <a:buNone/>
              <a:defRPr/>
            </a:lvl2pPr>
            <a:lvl3pPr lvl="2">
              <a:spcBef>
                <a:spcPts val="0"/>
              </a:spcBef>
              <a:spcAft>
                <a:spcPts val="0"/>
              </a:spcAft>
              <a:buSzPts val="1400"/>
              <a:buNone/>
              <a:defRPr/>
            </a:lvl3pPr>
            <a:lvl4pPr lvl="3">
              <a:spcBef>
                <a:spcPts val="0"/>
              </a:spcBef>
              <a:spcAft>
                <a:spcPts val="0"/>
              </a:spcAft>
              <a:buSzPts val="1300"/>
              <a:buNone/>
              <a:defRPr/>
            </a:lvl4pPr>
            <a:lvl5pPr lvl="4">
              <a:spcBef>
                <a:spcPts val="0"/>
              </a:spcBef>
              <a:spcAft>
                <a:spcPts val="0"/>
              </a:spcAft>
              <a:buSzPts val="1200"/>
              <a:buNone/>
              <a:defRPr/>
            </a:lvl5pPr>
            <a:lvl6pPr lvl="5">
              <a:spcBef>
                <a:spcPts val="0"/>
              </a:spcBef>
              <a:spcAft>
                <a:spcPts val="0"/>
              </a:spcAft>
              <a:buSzPts val="11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pos="283">
          <p15:clr>
            <a:srgbClr val="E46962"/>
          </p15:clr>
        </p15:guide>
        <p15:guide id="2" pos="5636">
          <p15:clr>
            <a:srgbClr val="E46962"/>
          </p15:clr>
        </p15:guide>
        <p15:guide id="3" orient="horz" pos="51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ÁZDNÝ SLIDE">
  <p:cSld name="CUSTOM_1_1_1_1_1">
    <p:bg>
      <p:bgPr>
        <a:solidFill>
          <a:srgbClr val="E5E2DB"/>
        </a:solidFill>
      </p:bgPr>
    </p:bg>
    <p:spTree>
      <p:nvGrpSpPr>
        <p:cNvPr id="69" name="Shape 69"/>
        <p:cNvGrpSpPr/>
        <p:nvPr/>
      </p:nvGrpSpPr>
      <p:grpSpPr>
        <a:xfrm>
          <a:off x="0" y="0"/>
          <a:ext cx="0" cy="0"/>
          <a:chOff x="0" y="0"/>
          <a:chExt cx="0" cy="0"/>
        </a:xfrm>
      </p:grpSpPr>
      <p:sp>
        <p:nvSpPr>
          <p:cNvPr id="70" name="Google Shape;70;p11"/>
          <p:cNvSpPr txBox="1"/>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fld id="{00000000-1234-1234-1234-123412341234}" type="slidenum">
              <a:rPr b="1" lang="cs" sz="925">
                <a:solidFill>
                  <a:srgbClr val="000000"/>
                </a:solidFill>
                <a:latin typeface="Host Grotesk"/>
                <a:ea typeface="Host Grotesk"/>
                <a:cs typeface="Host Grotesk"/>
                <a:sym typeface="Host Grotesk"/>
              </a:rPr>
              <a:t>‹#›</a:t>
            </a:fld>
            <a:endParaRPr b="1" sz="925">
              <a:solidFill>
                <a:srgbClr val="000000"/>
              </a:solidFill>
              <a:latin typeface="Host Grotesk"/>
              <a:ea typeface="Host Grotesk"/>
              <a:cs typeface="Host Grotesk"/>
              <a:sym typeface="Host Grotesk"/>
            </a:endParaRPr>
          </a:p>
        </p:txBody>
      </p:sp>
    </p:spTree>
  </p:cSld>
  <p:clrMapOvr>
    <a:masterClrMapping/>
  </p:clrMapOvr>
  <p:extLst>
    <p:ext uri="{DCECCB84-F9BA-43D5-87BE-67443E8EF086}">
      <p15:sldGuideLst>
        <p15:guide id="1" pos="117">
          <p15:clr>
            <a:srgbClr val="E46962"/>
          </p15:clr>
        </p15:guide>
        <p15:guide id="2" pos="5636">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ŘEDĚLOVACÍ SLIDE - A">
  <p:cSld name="CUSTOM_1_1_1_1_1_1">
    <p:bg>
      <p:bgPr>
        <a:blipFill>
          <a:blip r:embed="rId2">
            <a:alphaModFix/>
          </a:blip>
          <a:stretch>
            <a:fillRect/>
          </a:stretch>
        </a:blipFill>
      </p:bgPr>
    </p:bg>
    <p:spTree>
      <p:nvGrpSpPr>
        <p:cNvPr id="71" name="Shape 71"/>
        <p:cNvGrpSpPr/>
        <p:nvPr/>
      </p:nvGrpSpPr>
      <p:grpSpPr>
        <a:xfrm>
          <a:off x="0" y="0"/>
          <a:ext cx="0" cy="0"/>
          <a:chOff x="0" y="0"/>
          <a:chExt cx="0" cy="0"/>
        </a:xfrm>
      </p:grpSpPr>
      <p:sp>
        <p:nvSpPr>
          <p:cNvPr id="72" name="Google Shape;72;p12"/>
          <p:cNvSpPr txBox="1"/>
          <p:nvPr/>
        </p:nvSpPr>
        <p:spPr>
          <a:xfrm>
            <a:off x="395100" y="4554450"/>
            <a:ext cx="12501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Host Grotesk"/>
              <a:ea typeface="Host Grotesk"/>
              <a:cs typeface="Host Grotesk"/>
              <a:sym typeface="Host Grotesk"/>
            </a:endParaRPr>
          </a:p>
        </p:txBody>
      </p:sp>
      <p:sp>
        <p:nvSpPr>
          <p:cNvPr id="73" name="Google Shape;73;p12"/>
          <p:cNvSpPr txBox="1"/>
          <p:nvPr>
            <p:ph type="ctrTitle"/>
          </p:nvPr>
        </p:nvSpPr>
        <p:spPr>
          <a:xfrm>
            <a:off x="186325" y="2270500"/>
            <a:ext cx="8761500" cy="140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Host Grotesk SemiBold"/>
              <a:buNone/>
              <a:defRPr b="1" sz="4500">
                <a:solidFill>
                  <a:schemeClr val="lt1"/>
                </a:solidFill>
                <a:latin typeface="Host Grotesk"/>
                <a:ea typeface="Host Grotesk"/>
                <a:cs typeface="Host Grotesk"/>
                <a:sym typeface="Host Grotes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4" name="Google Shape;74;p12"/>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lvl1pPr lvl="0" algn="r">
              <a:lnSpc>
                <a:spcPct val="90000"/>
              </a:lnSpc>
              <a:buSzPts val="358"/>
              <a:buNone/>
              <a:defRPr sz="1125">
                <a:solidFill>
                  <a:schemeClr val="lt1"/>
                </a:solidFill>
                <a:latin typeface="Host Grotesk"/>
                <a:ea typeface="Host Grotesk"/>
                <a:cs typeface="Host Grotesk"/>
                <a:sym typeface="Host Grotesk"/>
              </a:defRPr>
            </a:lvl1pPr>
            <a:lvl2pPr lvl="1" algn="r">
              <a:lnSpc>
                <a:spcPct val="90000"/>
              </a:lnSpc>
              <a:buSzPts val="358"/>
              <a:buNone/>
              <a:defRPr sz="1125">
                <a:solidFill>
                  <a:schemeClr val="lt1"/>
                </a:solidFill>
                <a:latin typeface="Host Grotesk"/>
                <a:ea typeface="Host Grotesk"/>
                <a:cs typeface="Host Grotesk"/>
                <a:sym typeface="Host Grotesk"/>
              </a:defRPr>
            </a:lvl2pPr>
            <a:lvl3pPr lvl="2" algn="r">
              <a:lnSpc>
                <a:spcPct val="90000"/>
              </a:lnSpc>
              <a:buSzPts val="358"/>
              <a:buNone/>
              <a:defRPr sz="1125">
                <a:solidFill>
                  <a:schemeClr val="lt1"/>
                </a:solidFill>
                <a:latin typeface="Host Grotesk"/>
                <a:ea typeface="Host Grotesk"/>
                <a:cs typeface="Host Grotesk"/>
                <a:sym typeface="Host Grotesk"/>
              </a:defRPr>
            </a:lvl3pPr>
            <a:lvl4pPr lvl="3" algn="r">
              <a:lnSpc>
                <a:spcPct val="90000"/>
              </a:lnSpc>
              <a:buSzPts val="358"/>
              <a:buNone/>
              <a:defRPr sz="1125">
                <a:solidFill>
                  <a:schemeClr val="lt1"/>
                </a:solidFill>
                <a:latin typeface="Host Grotesk"/>
                <a:ea typeface="Host Grotesk"/>
                <a:cs typeface="Host Grotesk"/>
                <a:sym typeface="Host Grotesk"/>
              </a:defRPr>
            </a:lvl4pPr>
            <a:lvl5pPr lvl="4" algn="r">
              <a:lnSpc>
                <a:spcPct val="90000"/>
              </a:lnSpc>
              <a:buSzPts val="358"/>
              <a:buNone/>
              <a:defRPr sz="1125">
                <a:solidFill>
                  <a:schemeClr val="lt1"/>
                </a:solidFill>
                <a:latin typeface="Host Grotesk"/>
                <a:ea typeface="Host Grotesk"/>
                <a:cs typeface="Host Grotesk"/>
                <a:sym typeface="Host Grotesk"/>
              </a:defRPr>
            </a:lvl5pPr>
            <a:lvl6pPr lvl="5" algn="r">
              <a:lnSpc>
                <a:spcPct val="90000"/>
              </a:lnSpc>
              <a:buSzPts val="358"/>
              <a:buNone/>
              <a:defRPr sz="1125">
                <a:solidFill>
                  <a:schemeClr val="lt1"/>
                </a:solidFill>
                <a:latin typeface="Host Grotesk"/>
                <a:ea typeface="Host Grotesk"/>
                <a:cs typeface="Host Grotesk"/>
                <a:sym typeface="Host Grotesk"/>
              </a:defRPr>
            </a:lvl6pPr>
            <a:lvl7pPr lvl="6" algn="r">
              <a:lnSpc>
                <a:spcPct val="90000"/>
              </a:lnSpc>
              <a:buSzPts val="358"/>
              <a:buNone/>
              <a:defRPr sz="1125">
                <a:solidFill>
                  <a:schemeClr val="lt1"/>
                </a:solidFill>
                <a:latin typeface="Host Grotesk"/>
                <a:ea typeface="Host Grotesk"/>
                <a:cs typeface="Host Grotesk"/>
                <a:sym typeface="Host Grotesk"/>
              </a:defRPr>
            </a:lvl7pPr>
            <a:lvl8pPr lvl="7" algn="r">
              <a:lnSpc>
                <a:spcPct val="90000"/>
              </a:lnSpc>
              <a:buSzPts val="358"/>
              <a:buNone/>
              <a:defRPr sz="1125">
                <a:solidFill>
                  <a:schemeClr val="lt1"/>
                </a:solidFill>
                <a:latin typeface="Host Grotesk"/>
                <a:ea typeface="Host Grotesk"/>
                <a:cs typeface="Host Grotesk"/>
                <a:sym typeface="Host Grotesk"/>
              </a:defRPr>
            </a:lvl8pPr>
            <a:lvl9pPr lvl="8" algn="r">
              <a:lnSpc>
                <a:spcPct val="90000"/>
              </a:lnSpc>
              <a:buSzPts val="358"/>
              <a:buNone/>
              <a:defRPr sz="1125">
                <a:solidFill>
                  <a:schemeClr val="lt1"/>
                </a:solidFill>
                <a:latin typeface="Host Grotesk"/>
                <a:ea typeface="Host Grotesk"/>
                <a:cs typeface="Host Grotesk"/>
                <a:sym typeface="Host Grotesk"/>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extLst>
    <p:ext uri="{DCECCB84-F9BA-43D5-87BE-67443E8EF086}">
      <p15:sldGuideLst>
        <p15:guide id="1" pos="117">
          <p15:clr>
            <a:srgbClr val="E46962"/>
          </p15:clr>
        </p15:guide>
        <p15:guide id="2" pos="5636">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ŘEDĚLOVACÍ SLIDE - B">
  <p:cSld name="CUSTOM_1_1_1_1_1_1_1">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13"/>
          <p:cNvSpPr txBox="1"/>
          <p:nvPr/>
        </p:nvSpPr>
        <p:spPr>
          <a:xfrm>
            <a:off x="395100" y="4554450"/>
            <a:ext cx="12501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Host Grotesk"/>
              <a:ea typeface="Host Grotesk"/>
              <a:cs typeface="Host Grotesk"/>
              <a:sym typeface="Host Grotesk"/>
            </a:endParaRPr>
          </a:p>
        </p:txBody>
      </p:sp>
      <p:sp>
        <p:nvSpPr>
          <p:cNvPr id="77" name="Google Shape;77;p13"/>
          <p:cNvSpPr txBox="1"/>
          <p:nvPr>
            <p:ph type="ctrTitle"/>
          </p:nvPr>
        </p:nvSpPr>
        <p:spPr>
          <a:xfrm>
            <a:off x="186325" y="2270500"/>
            <a:ext cx="8761500" cy="1405800"/>
          </a:xfrm>
          <a:prstGeom prst="rect">
            <a:avLst/>
          </a:prstGeom>
        </p:spPr>
        <p:txBody>
          <a:bodyPr anchorCtr="0" anchor="b" bIns="91425" lIns="0" spcFirstLastPara="1" rIns="91425" wrap="square" tIns="0">
            <a:normAutofit/>
          </a:bodyPr>
          <a:lstStyle>
            <a:lvl1pPr lvl="0" algn="ctr">
              <a:spcBef>
                <a:spcPts val="0"/>
              </a:spcBef>
              <a:spcAft>
                <a:spcPts val="0"/>
              </a:spcAft>
              <a:buSzPts val="5200"/>
              <a:buFont typeface="Host Grotesk SemiBold"/>
              <a:buNone/>
              <a:defRPr b="1" sz="4500">
                <a:latin typeface="Host Grotesk"/>
                <a:ea typeface="Host Grotesk"/>
                <a:cs typeface="Host Grotesk"/>
                <a:sym typeface="Host Grotes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 name="Google Shape;78;p13"/>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lvl1pPr lvl="0" algn="r">
              <a:lnSpc>
                <a:spcPct val="90000"/>
              </a:lnSpc>
              <a:buSzPts val="358"/>
              <a:buNone/>
              <a:defRPr sz="1125">
                <a:latin typeface="Host Grotesk"/>
                <a:ea typeface="Host Grotesk"/>
                <a:cs typeface="Host Grotesk"/>
                <a:sym typeface="Host Grotesk"/>
              </a:defRPr>
            </a:lvl1pPr>
            <a:lvl2pPr lvl="1" algn="r">
              <a:lnSpc>
                <a:spcPct val="90000"/>
              </a:lnSpc>
              <a:buSzPts val="358"/>
              <a:buNone/>
              <a:defRPr sz="1125">
                <a:latin typeface="Host Grotesk"/>
                <a:ea typeface="Host Grotesk"/>
                <a:cs typeface="Host Grotesk"/>
                <a:sym typeface="Host Grotesk"/>
              </a:defRPr>
            </a:lvl2pPr>
            <a:lvl3pPr lvl="2" algn="r">
              <a:lnSpc>
                <a:spcPct val="90000"/>
              </a:lnSpc>
              <a:buSzPts val="358"/>
              <a:buNone/>
              <a:defRPr sz="1125">
                <a:latin typeface="Host Grotesk"/>
                <a:ea typeface="Host Grotesk"/>
                <a:cs typeface="Host Grotesk"/>
                <a:sym typeface="Host Grotesk"/>
              </a:defRPr>
            </a:lvl3pPr>
            <a:lvl4pPr lvl="3" algn="r">
              <a:lnSpc>
                <a:spcPct val="90000"/>
              </a:lnSpc>
              <a:buSzPts val="358"/>
              <a:buNone/>
              <a:defRPr sz="1125">
                <a:latin typeface="Host Grotesk"/>
                <a:ea typeface="Host Grotesk"/>
                <a:cs typeface="Host Grotesk"/>
                <a:sym typeface="Host Grotesk"/>
              </a:defRPr>
            </a:lvl4pPr>
            <a:lvl5pPr lvl="4" algn="r">
              <a:lnSpc>
                <a:spcPct val="90000"/>
              </a:lnSpc>
              <a:buSzPts val="358"/>
              <a:buNone/>
              <a:defRPr sz="1125">
                <a:latin typeface="Host Grotesk"/>
                <a:ea typeface="Host Grotesk"/>
                <a:cs typeface="Host Grotesk"/>
                <a:sym typeface="Host Grotesk"/>
              </a:defRPr>
            </a:lvl5pPr>
            <a:lvl6pPr lvl="5" algn="r">
              <a:lnSpc>
                <a:spcPct val="90000"/>
              </a:lnSpc>
              <a:buSzPts val="358"/>
              <a:buNone/>
              <a:defRPr sz="1125">
                <a:latin typeface="Host Grotesk"/>
                <a:ea typeface="Host Grotesk"/>
                <a:cs typeface="Host Grotesk"/>
                <a:sym typeface="Host Grotesk"/>
              </a:defRPr>
            </a:lvl6pPr>
            <a:lvl7pPr lvl="6" algn="r">
              <a:lnSpc>
                <a:spcPct val="90000"/>
              </a:lnSpc>
              <a:buSzPts val="358"/>
              <a:buNone/>
              <a:defRPr sz="1125">
                <a:latin typeface="Host Grotesk"/>
                <a:ea typeface="Host Grotesk"/>
                <a:cs typeface="Host Grotesk"/>
                <a:sym typeface="Host Grotesk"/>
              </a:defRPr>
            </a:lvl7pPr>
            <a:lvl8pPr lvl="7" algn="r">
              <a:lnSpc>
                <a:spcPct val="90000"/>
              </a:lnSpc>
              <a:buSzPts val="358"/>
              <a:buNone/>
              <a:defRPr sz="1125">
                <a:latin typeface="Host Grotesk"/>
                <a:ea typeface="Host Grotesk"/>
                <a:cs typeface="Host Grotesk"/>
                <a:sym typeface="Host Grotesk"/>
              </a:defRPr>
            </a:lvl8pPr>
            <a:lvl9pPr lvl="8" algn="r">
              <a:lnSpc>
                <a:spcPct val="90000"/>
              </a:lnSpc>
              <a:buSzPts val="358"/>
              <a:buNone/>
              <a:defRPr sz="1125">
                <a:latin typeface="Host Grotesk"/>
                <a:ea typeface="Host Grotesk"/>
                <a:cs typeface="Host Grotesk"/>
                <a:sym typeface="Host Grotesk"/>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extLst>
    <p:ext uri="{DCECCB84-F9BA-43D5-87BE-67443E8EF086}">
      <p15:sldGuideLst>
        <p15:guide id="1" pos="117">
          <p15:clr>
            <a:srgbClr val="E46962"/>
          </p15:clr>
        </p15:guide>
        <p15:guide id="2" pos="563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ŘEDĚLOVACÍ SLIDE - B 1">
  <p:cSld name="CUSTOM_1_1_1_1_1_1_1_1">
    <p:bg>
      <p:bgPr>
        <a:blipFill>
          <a:blip r:embed="rId2">
            <a:alphaModFix/>
          </a:blip>
          <a:stretch>
            <a:fillRect/>
          </a:stretch>
        </a:blipFill>
      </p:bgPr>
    </p:bg>
    <p:spTree>
      <p:nvGrpSpPr>
        <p:cNvPr id="79" name="Shape 79"/>
        <p:cNvGrpSpPr/>
        <p:nvPr/>
      </p:nvGrpSpPr>
      <p:grpSpPr>
        <a:xfrm>
          <a:off x="0" y="0"/>
          <a:ext cx="0" cy="0"/>
          <a:chOff x="0" y="0"/>
          <a:chExt cx="0" cy="0"/>
        </a:xfrm>
      </p:grpSpPr>
      <p:sp>
        <p:nvSpPr>
          <p:cNvPr id="80" name="Google Shape;80;p14"/>
          <p:cNvSpPr txBox="1"/>
          <p:nvPr/>
        </p:nvSpPr>
        <p:spPr>
          <a:xfrm>
            <a:off x="395100" y="4554450"/>
            <a:ext cx="12501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Host Grotesk"/>
              <a:ea typeface="Host Grotesk"/>
              <a:cs typeface="Host Grotesk"/>
              <a:sym typeface="Host Grotesk"/>
            </a:endParaRPr>
          </a:p>
        </p:txBody>
      </p:sp>
      <p:sp>
        <p:nvSpPr>
          <p:cNvPr id="81" name="Google Shape;81;p14"/>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lvl1pPr lvl="0" algn="r">
              <a:lnSpc>
                <a:spcPct val="90000"/>
              </a:lnSpc>
              <a:buSzPts val="358"/>
              <a:buNone/>
              <a:defRPr sz="1125">
                <a:solidFill>
                  <a:schemeClr val="lt1"/>
                </a:solidFill>
                <a:latin typeface="Host Grotesk"/>
                <a:ea typeface="Host Grotesk"/>
                <a:cs typeface="Host Grotesk"/>
                <a:sym typeface="Host Grotesk"/>
              </a:defRPr>
            </a:lvl1pPr>
            <a:lvl2pPr lvl="1" algn="r">
              <a:lnSpc>
                <a:spcPct val="90000"/>
              </a:lnSpc>
              <a:buSzPts val="358"/>
              <a:buNone/>
              <a:defRPr sz="1125">
                <a:solidFill>
                  <a:schemeClr val="lt1"/>
                </a:solidFill>
                <a:latin typeface="Host Grotesk"/>
                <a:ea typeface="Host Grotesk"/>
                <a:cs typeface="Host Grotesk"/>
                <a:sym typeface="Host Grotesk"/>
              </a:defRPr>
            </a:lvl2pPr>
            <a:lvl3pPr lvl="2" algn="r">
              <a:lnSpc>
                <a:spcPct val="90000"/>
              </a:lnSpc>
              <a:buSzPts val="358"/>
              <a:buNone/>
              <a:defRPr sz="1125">
                <a:solidFill>
                  <a:schemeClr val="lt1"/>
                </a:solidFill>
                <a:latin typeface="Host Grotesk"/>
                <a:ea typeface="Host Grotesk"/>
                <a:cs typeface="Host Grotesk"/>
                <a:sym typeface="Host Grotesk"/>
              </a:defRPr>
            </a:lvl3pPr>
            <a:lvl4pPr lvl="3" algn="r">
              <a:lnSpc>
                <a:spcPct val="90000"/>
              </a:lnSpc>
              <a:buSzPts val="358"/>
              <a:buNone/>
              <a:defRPr sz="1125">
                <a:solidFill>
                  <a:schemeClr val="lt1"/>
                </a:solidFill>
                <a:latin typeface="Host Grotesk"/>
                <a:ea typeface="Host Grotesk"/>
                <a:cs typeface="Host Grotesk"/>
                <a:sym typeface="Host Grotesk"/>
              </a:defRPr>
            </a:lvl4pPr>
            <a:lvl5pPr lvl="4" algn="r">
              <a:lnSpc>
                <a:spcPct val="90000"/>
              </a:lnSpc>
              <a:buSzPts val="358"/>
              <a:buNone/>
              <a:defRPr sz="1125">
                <a:solidFill>
                  <a:schemeClr val="lt1"/>
                </a:solidFill>
                <a:latin typeface="Host Grotesk"/>
                <a:ea typeface="Host Grotesk"/>
                <a:cs typeface="Host Grotesk"/>
                <a:sym typeface="Host Grotesk"/>
              </a:defRPr>
            </a:lvl5pPr>
            <a:lvl6pPr lvl="5" algn="r">
              <a:lnSpc>
                <a:spcPct val="90000"/>
              </a:lnSpc>
              <a:buSzPts val="358"/>
              <a:buNone/>
              <a:defRPr sz="1125">
                <a:solidFill>
                  <a:schemeClr val="lt1"/>
                </a:solidFill>
                <a:latin typeface="Host Grotesk"/>
                <a:ea typeface="Host Grotesk"/>
                <a:cs typeface="Host Grotesk"/>
                <a:sym typeface="Host Grotesk"/>
              </a:defRPr>
            </a:lvl6pPr>
            <a:lvl7pPr lvl="6" algn="r">
              <a:lnSpc>
                <a:spcPct val="90000"/>
              </a:lnSpc>
              <a:buSzPts val="358"/>
              <a:buNone/>
              <a:defRPr sz="1125">
                <a:solidFill>
                  <a:schemeClr val="lt1"/>
                </a:solidFill>
                <a:latin typeface="Host Grotesk"/>
                <a:ea typeface="Host Grotesk"/>
                <a:cs typeface="Host Grotesk"/>
                <a:sym typeface="Host Grotesk"/>
              </a:defRPr>
            </a:lvl7pPr>
            <a:lvl8pPr lvl="7" algn="r">
              <a:lnSpc>
                <a:spcPct val="90000"/>
              </a:lnSpc>
              <a:buSzPts val="358"/>
              <a:buNone/>
              <a:defRPr sz="1125">
                <a:solidFill>
                  <a:schemeClr val="lt1"/>
                </a:solidFill>
                <a:latin typeface="Host Grotesk"/>
                <a:ea typeface="Host Grotesk"/>
                <a:cs typeface="Host Grotesk"/>
                <a:sym typeface="Host Grotesk"/>
              </a:defRPr>
            </a:lvl8pPr>
            <a:lvl9pPr lvl="8" algn="r">
              <a:lnSpc>
                <a:spcPct val="90000"/>
              </a:lnSpc>
              <a:buSzPts val="358"/>
              <a:buNone/>
              <a:defRPr sz="1125">
                <a:solidFill>
                  <a:schemeClr val="lt1"/>
                </a:solidFill>
                <a:latin typeface="Host Grotesk"/>
                <a:ea typeface="Host Grotesk"/>
                <a:cs typeface="Host Grotesk"/>
                <a:sym typeface="Host Grotesk"/>
              </a:defRPr>
            </a:lvl9pPr>
          </a:lstStyle>
          <a:p>
            <a:pPr indent="0" lvl="0" marL="0" rtl="0" algn="r">
              <a:spcBef>
                <a:spcPts val="0"/>
              </a:spcBef>
              <a:spcAft>
                <a:spcPts val="0"/>
              </a:spcAft>
              <a:buNone/>
            </a:pPr>
            <a:fld id="{00000000-1234-1234-1234-123412341234}" type="slidenum">
              <a:rPr lang="cs"/>
              <a:t>‹#›</a:t>
            </a:fld>
            <a:endParaRPr/>
          </a:p>
        </p:txBody>
      </p:sp>
      <p:sp>
        <p:nvSpPr>
          <p:cNvPr id="82" name="Google Shape;82;p14"/>
          <p:cNvSpPr txBox="1"/>
          <p:nvPr>
            <p:ph type="ctrTitle"/>
          </p:nvPr>
        </p:nvSpPr>
        <p:spPr>
          <a:xfrm>
            <a:off x="186325" y="2042675"/>
            <a:ext cx="8394900" cy="1050900"/>
          </a:xfrm>
          <a:prstGeom prst="rect">
            <a:avLst/>
          </a:prstGeom>
        </p:spPr>
        <p:txBody>
          <a:bodyPr anchorCtr="0" anchor="b" bIns="91425" lIns="0" spcFirstLastPara="1" rIns="91425" wrap="square" tIns="0">
            <a:normAutofit/>
          </a:bodyPr>
          <a:lstStyle>
            <a:lvl1pPr lvl="0">
              <a:spcBef>
                <a:spcPts val="0"/>
              </a:spcBef>
              <a:spcAft>
                <a:spcPts val="0"/>
              </a:spcAft>
              <a:buClr>
                <a:schemeClr val="dk2"/>
              </a:buClr>
              <a:buSzPts val="5200"/>
              <a:buFont typeface="Host Grotesk SemiBold"/>
              <a:buNone/>
              <a:defRPr b="1" sz="4500">
                <a:solidFill>
                  <a:schemeClr val="dk2"/>
                </a:solidFill>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Tree>
  </p:cSld>
  <p:clrMapOvr>
    <a:masterClrMapping/>
  </p:clrMapOvr>
  <p:extLst>
    <p:ext uri="{DCECCB84-F9BA-43D5-87BE-67443E8EF086}">
      <p15:sldGuideLst>
        <p15:guide id="1" pos="117">
          <p15:clr>
            <a:srgbClr val="E46962"/>
          </p15:clr>
        </p15:guide>
        <p15:guide id="2" pos="563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ÁVĚREČNÝ SLIDE">
  <p:cSld name="CUSTOM_1_1_1_1_1_1_1_1_1">
    <p:bg>
      <p:bgPr>
        <a:blipFill>
          <a:blip r:embed="rId2">
            <a:alphaModFix/>
          </a:blip>
          <a:stretch>
            <a:fillRect/>
          </a:stretch>
        </a:blipFill>
      </p:bgPr>
    </p:bg>
    <p:spTree>
      <p:nvGrpSpPr>
        <p:cNvPr id="83" name="Shape 83"/>
        <p:cNvGrpSpPr/>
        <p:nvPr/>
      </p:nvGrpSpPr>
      <p:grpSpPr>
        <a:xfrm>
          <a:off x="0" y="0"/>
          <a:ext cx="0" cy="0"/>
          <a:chOff x="0" y="0"/>
          <a:chExt cx="0" cy="0"/>
        </a:xfrm>
      </p:grpSpPr>
      <p:sp>
        <p:nvSpPr>
          <p:cNvPr id="84" name="Google Shape;84;p15"/>
          <p:cNvSpPr txBox="1"/>
          <p:nvPr/>
        </p:nvSpPr>
        <p:spPr>
          <a:xfrm>
            <a:off x="395100" y="4554450"/>
            <a:ext cx="12501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Host Grotesk"/>
              <a:ea typeface="Host Grotesk"/>
              <a:cs typeface="Host Grotesk"/>
              <a:sym typeface="Host Grotesk"/>
            </a:endParaRPr>
          </a:p>
        </p:txBody>
      </p:sp>
      <p:sp>
        <p:nvSpPr>
          <p:cNvPr id="85" name="Google Shape;85;p15"/>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lvl1pPr lvl="0" algn="r">
              <a:lnSpc>
                <a:spcPct val="90000"/>
              </a:lnSpc>
              <a:buSzPts val="358"/>
              <a:buNone/>
              <a:defRPr sz="1125">
                <a:solidFill>
                  <a:schemeClr val="lt1"/>
                </a:solidFill>
                <a:latin typeface="Host Grotesk"/>
                <a:ea typeface="Host Grotesk"/>
                <a:cs typeface="Host Grotesk"/>
                <a:sym typeface="Host Grotesk"/>
              </a:defRPr>
            </a:lvl1pPr>
            <a:lvl2pPr lvl="1" algn="r">
              <a:lnSpc>
                <a:spcPct val="90000"/>
              </a:lnSpc>
              <a:buSzPts val="358"/>
              <a:buNone/>
              <a:defRPr sz="1125">
                <a:solidFill>
                  <a:schemeClr val="lt1"/>
                </a:solidFill>
                <a:latin typeface="Host Grotesk"/>
                <a:ea typeface="Host Grotesk"/>
                <a:cs typeface="Host Grotesk"/>
                <a:sym typeface="Host Grotesk"/>
              </a:defRPr>
            </a:lvl2pPr>
            <a:lvl3pPr lvl="2" algn="r">
              <a:lnSpc>
                <a:spcPct val="90000"/>
              </a:lnSpc>
              <a:buSzPts val="358"/>
              <a:buNone/>
              <a:defRPr sz="1125">
                <a:solidFill>
                  <a:schemeClr val="lt1"/>
                </a:solidFill>
                <a:latin typeface="Host Grotesk"/>
                <a:ea typeface="Host Grotesk"/>
                <a:cs typeface="Host Grotesk"/>
                <a:sym typeface="Host Grotesk"/>
              </a:defRPr>
            </a:lvl3pPr>
            <a:lvl4pPr lvl="3" algn="r">
              <a:lnSpc>
                <a:spcPct val="90000"/>
              </a:lnSpc>
              <a:buSzPts val="358"/>
              <a:buNone/>
              <a:defRPr sz="1125">
                <a:solidFill>
                  <a:schemeClr val="lt1"/>
                </a:solidFill>
                <a:latin typeface="Host Grotesk"/>
                <a:ea typeface="Host Grotesk"/>
                <a:cs typeface="Host Grotesk"/>
                <a:sym typeface="Host Grotesk"/>
              </a:defRPr>
            </a:lvl4pPr>
            <a:lvl5pPr lvl="4" algn="r">
              <a:lnSpc>
                <a:spcPct val="90000"/>
              </a:lnSpc>
              <a:buSzPts val="358"/>
              <a:buNone/>
              <a:defRPr sz="1125">
                <a:solidFill>
                  <a:schemeClr val="lt1"/>
                </a:solidFill>
                <a:latin typeface="Host Grotesk"/>
                <a:ea typeface="Host Grotesk"/>
                <a:cs typeface="Host Grotesk"/>
                <a:sym typeface="Host Grotesk"/>
              </a:defRPr>
            </a:lvl5pPr>
            <a:lvl6pPr lvl="5" algn="r">
              <a:lnSpc>
                <a:spcPct val="90000"/>
              </a:lnSpc>
              <a:buSzPts val="358"/>
              <a:buNone/>
              <a:defRPr sz="1125">
                <a:solidFill>
                  <a:schemeClr val="lt1"/>
                </a:solidFill>
                <a:latin typeface="Host Grotesk"/>
                <a:ea typeface="Host Grotesk"/>
                <a:cs typeface="Host Grotesk"/>
                <a:sym typeface="Host Grotesk"/>
              </a:defRPr>
            </a:lvl6pPr>
            <a:lvl7pPr lvl="6" algn="r">
              <a:lnSpc>
                <a:spcPct val="90000"/>
              </a:lnSpc>
              <a:buSzPts val="358"/>
              <a:buNone/>
              <a:defRPr sz="1125">
                <a:solidFill>
                  <a:schemeClr val="lt1"/>
                </a:solidFill>
                <a:latin typeface="Host Grotesk"/>
                <a:ea typeface="Host Grotesk"/>
                <a:cs typeface="Host Grotesk"/>
                <a:sym typeface="Host Grotesk"/>
              </a:defRPr>
            </a:lvl7pPr>
            <a:lvl8pPr lvl="7" algn="r">
              <a:lnSpc>
                <a:spcPct val="90000"/>
              </a:lnSpc>
              <a:buSzPts val="358"/>
              <a:buNone/>
              <a:defRPr sz="1125">
                <a:solidFill>
                  <a:schemeClr val="lt1"/>
                </a:solidFill>
                <a:latin typeface="Host Grotesk"/>
                <a:ea typeface="Host Grotesk"/>
                <a:cs typeface="Host Grotesk"/>
                <a:sym typeface="Host Grotesk"/>
              </a:defRPr>
            </a:lvl8pPr>
            <a:lvl9pPr lvl="8" algn="r">
              <a:lnSpc>
                <a:spcPct val="90000"/>
              </a:lnSpc>
              <a:buSzPts val="358"/>
              <a:buNone/>
              <a:defRPr sz="1125">
                <a:solidFill>
                  <a:schemeClr val="lt1"/>
                </a:solidFill>
                <a:latin typeface="Host Grotesk"/>
                <a:ea typeface="Host Grotesk"/>
                <a:cs typeface="Host Grotesk"/>
                <a:sym typeface="Host Grotesk"/>
              </a:defRPr>
            </a:lvl9pPr>
          </a:lstStyle>
          <a:p>
            <a:pPr indent="0" lvl="0" marL="0" rtl="0" algn="r">
              <a:spcBef>
                <a:spcPts val="0"/>
              </a:spcBef>
              <a:spcAft>
                <a:spcPts val="0"/>
              </a:spcAft>
              <a:buNone/>
            </a:pPr>
            <a:fld id="{00000000-1234-1234-1234-123412341234}" type="slidenum">
              <a:rPr lang="cs"/>
              <a:t>‹#›</a:t>
            </a:fld>
            <a:endParaRPr/>
          </a:p>
        </p:txBody>
      </p:sp>
      <p:sp>
        <p:nvSpPr>
          <p:cNvPr id="86" name="Google Shape;86;p15"/>
          <p:cNvSpPr txBox="1"/>
          <p:nvPr/>
        </p:nvSpPr>
        <p:spPr>
          <a:xfrm>
            <a:off x="395100" y="4554450"/>
            <a:ext cx="12501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Host Grotesk"/>
              <a:ea typeface="Host Grotesk"/>
              <a:cs typeface="Host Grotesk"/>
              <a:sym typeface="Host Grotesk"/>
            </a:endParaRPr>
          </a:p>
        </p:txBody>
      </p:sp>
      <p:sp>
        <p:nvSpPr>
          <p:cNvPr id="87" name="Google Shape;87;p15"/>
          <p:cNvSpPr/>
          <p:nvPr/>
        </p:nvSpPr>
        <p:spPr>
          <a:xfrm>
            <a:off x="220950" y="165911"/>
            <a:ext cx="8702100" cy="738000"/>
          </a:xfrm>
          <a:prstGeom prst="roundRect">
            <a:avLst>
              <a:gd fmla="val 1533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8" name="Google Shape;88;p15" title="Group 4367.png"/>
          <p:cNvPicPr preferRelativeResize="0"/>
          <p:nvPr/>
        </p:nvPicPr>
        <p:blipFill>
          <a:blip r:embed="rId3">
            <a:alphaModFix/>
          </a:blip>
          <a:stretch>
            <a:fillRect/>
          </a:stretch>
        </p:blipFill>
        <p:spPr>
          <a:xfrm>
            <a:off x="453640" y="329714"/>
            <a:ext cx="807407" cy="482400"/>
          </a:xfrm>
          <a:prstGeom prst="rect">
            <a:avLst/>
          </a:prstGeom>
          <a:noFill/>
          <a:ln>
            <a:noFill/>
          </a:ln>
        </p:spPr>
      </p:pic>
      <p:sp>
        <p:nvSpPr>
          <p:cNvPr id="89" name="Google Shape;89;p15"/>
          <p:cNvSpPr txBox="1"/>
          <p:nvPr/>
        </p:nvSpPr>
        <p:spPr>
          <a:xfrm>
            <a:off x="7311430" y="306411"/>
            <a:ext cx="1395900" cy="493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cs" sz="800">
                <a:solidFill>
                  <a:schemeClr val="dk1"/>
                </a:solidFill>
                <a:uFill>
                  <a:noFill/>
                </a:uFill>
                <a:latin typeface="Host Grotesk"/>
                <a:ea typeface="Host Grotesk"/>
                <a:cs typeface="Host Grotesk"/>
                <a:sym typeface="Host Grotesk"/>
                <a:hlinkClick r:id="rId4">
                  <a:extLst>
                    <a:ext uri="{A12FA001-AC4F-418D-AE19-62706E023703}">
                      <ahyp:hlinkClr val="tx"/>
                    </a:ext>
                  </a:extLst>
                </a:hlinkClick>
              </a:rPr>
              <a:t>Evropská</a:t>
            </a:r>
            <a:r>
              <a:rPr lang="cs" sz="1050">
                <a:solidFill>
                  <a:srgbClr val="1A0DAB"/>
                </a:solidFill>
                <a:highlight>
                  <a:srgbClr val="FFFFFF"/>
                </a:highlight>
                <a:uFill>
                  <a:noFill/>
                </a:uFill>
                <a:hlinkClick r:id="rId5">
                  <a:extLst>
                    <a:ext uri="{A12FA001-AC4F-418D-AE19-62706E023703}">
                      <ahyp:hlinkClr val="tx"/>
                    </a:ext>
                  </a:extLst>
                </a:hlinkClick>
              </a:rPr>
              <a:t> </a:t>
            </a:r>
            <a:r>
              <a:rPr lang="cs" sz="800">
                <a:solidFill>
                  <a:schemeClr val="dk1"/>
                </a:solidFill>
                <a:uFill>
                  <a:noFill/>
                </a:uFill>
                <a:latin typeface="Host Grotesk"/>
                <a:ea typeface="Host Grotesk"/>
                <a:cs typeface="Host Grotesk"/>
                <a:sym typeface="Host Grotesk"/>
                <a:hlinkClick r:id="rId6">
                  <a:extLst>
                    <a:ext uri="{A12FA001-AC4F-418D-AE19-62706E023703}">
                      <ahyp:hlinkClr val="tx"/>
                    </a:ext>
                  </a:extLst>
                </a:hlinkClick>
              </a:rPr>
              <a:t>2588, 160 00 Praha 6-Dejvice</a:t>
            </a:r>
            <a:endParaRPr sz="800">
              <a:solidFill>
                <a:schemeClr val="dk1"/>
              </a:solidFill>
              <a:latin typeface="Host Grotesk"/>
              <a:ea typeface="Host Grotesk"/>
              <a:cs typeface="Host Grotesk"/>
              <a:sym typeface="Host Grotesk"/>
            </a:endParaRPr>
          </a:p>
        </p:txBody>
      </p:sp>
      <p:sp>
        <p:nvSpPr>
          <p:cNvPr id="90" name="Google Shape;90;p15"/>
          <p:cNvSpPr txBox="1"/>
          <p:nvPr>
            <p:ph type="ctrTitle"/>
          </p:nvPr>
        </p:nvSpPr>
        <p:spPr>
          <a:xfrm>
            <a:off x="338186" y="2725313"/>
            <a:ext cx="7572600" cy="951000"/>
          </a:xfrm>
          <a:prstGeom prst="rect">
            <a:avLst/>
          </a:prstGeom>
        </p:spPr>
        <p:txBody>
          <a:bodyPr anchorCtr="0" anchor="b" bIns="91425" lIns="91425" spcFirstLastPara="1" rIns="91425" wrap="square" tIns="91425">
            <a:normAutofit/>
          </a:bodyPr>
          <a:lstStyle>
            <a:lvl1pPr lvl="0">
              <a:spcBef>
                <a:spcPts val="0"/>
              </a:spcBef>
              <a:spcAft>
                <a:spcPts val="0"/>
              </a:spcAft>
              <a:buSzPts val="5200"/>
              <a:buFont typeface="Host Grotesk SemiBold"/>
              <a:buNone/>
              <a:defRPr b="1" sz="4500">
                <a:solidFill>
                  <a:schemeClr val="lt1"/>
                </a:solidFill>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91" name="Google Shape;91;p15"/>
          <p:cNvSpPr txBox="1"/>
          <p:nvPr>
            <p:ph idx="2" type="ctrTitle"/>
          </p:nvPr>
        </p:nvSpPr>
        <p:spPr>
          <a:xfrm>
            <a:off x="338186" y="3676913"/>
            <a:ext cx="6942300" cy="393600"/>
          </a:xfrm>
          <a:prstGeom prst="rect">
            <a:avLst/>
          </a:prstGeom>
        </p:spPr>
        <p:txBody>
          <a:bodyPr anchorCtr="0" anchor="b" bIns="91425" lIns="91425" spcFirstLastPara="1" rIns="91425" wrap="square" tIns="91425">
            <a:normAutofit/>
          </a:bodyPr>
          <a:lstStyle>
            <a:lvl1pPr indent="0" lvl="0" marL="0" marR="0" algn="l">
              <a:lnSpc>
                <a:spcPct val="115000"/>
              </a:lnSpc>
              <a:spcBef>
                <a:spcPts val="0"/>
              </a:spcBef>
              <a:spcAft>
                <a:spcPts val="0"/>
              </a:spcAft>
              <a:buNone/>
              <a:defRPr sz="1500">
                <a:solidFill>
                  <a:schemeClr val="lt1"/>
                </a:solidFill>
                <a:latin typeface="Host Grotesk"/>
                <a:ea typeface="Host Grotesk"/>
                <a:cs typeface="Host Grotesk"/>
                <a:sym typeface="Host Grotes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Tree>
  </p:cSld>
  <p:clrMapOvr>
    <a:masterClrMapping/>
  </p:clrMapOvr>
  <p:extLst>
    <p:ext uri="{DCECCB84-F9BA-43D5-87BE-67443E8EF086}">
      <p15:sldGuideLst>
        <p15:guide id="1" pos="117">
          <p15:clr>
            <a:srgbClr val="E46962"/>
          </p15:clr>
        </p15:guide>
        <p15:guide id="2" pos="5636">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Host Grotesk SemiBold"/>
              <a:buNone/>
              <a:defRPr sz="2800">
                <a:solidFill>
                  <a:schemeClr val="dk1"/>
                </a:solidFill>
                <a:latin typeface="Host Grotesk SemiBold"/>
                <a:ea typeface="Host Grotesk SemiBold"/>
                <a:cs typeface="Host Grotesk SemiBold"/>
                <a:sym typeface="Host Grotesk SemiBold"/>
              </a:defRPr>
            </a:lvl1pPr>
            <a:lvl2pPr lvl="1">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2pPr>
            <a:lvl3pPr lvl="2">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3pPr>
            <a:lvl4pPr lvl="3">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4pPr>
            <a:lvl5pPr lvl="4">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5pPr>
            <a:lvl6pPr lvl="5">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6pPr>
            <a:lvl7pPr lvl="6">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7pPr>
            <a:lvl8pPr lvl="7">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8pPr>
            <a:lvl9pPr lvl="8">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04800" lvl="0" marL="457200">
              <a:lnSpc>
                <a:spcPct val="115000"/>
              </a:lnSpc>
              <a:spcBef>
                <a:spcPts val="0"/>
              </a:spcBef>
              <a:spcAft>
                <a:spcPts val="0"/>
              </a:spcAft>
              <a:buClr>
                <a:schemeClr val="dk2"/>
              </a:buClr>
              <a:buSzPts val="1200"/>
              <a:buFont typeface="Host Grotesk"/>
              <a:buChar char="●"/>
              <a:defRPr b="1" sz="1600">
                <a:solidFill>
                  <a:schemeClr val="dk2"/>
                </a:solidFill>
                <a:latin typeface="Host Grotesk"/>
                <a:ea typeface="Host Grotesk"/>
                <a:cs typeface="Host Grotesk"/>
                <a:sym typeface="Host Grotesk"/>
              </a:defRPr>
            </a:lvl1pPr>
            <a:lvl2pPr indent="-311150" lvl="1" marL="914400">
              <a:lnSpc>
                <a:spcPct val="115000"/>
              </a:lnSpc>
              <a:spcBef>
                <a:spcPts val="0"/>
              </a:spcBef>
              <a:spcAft>
                <a:spcPts val="0"/>
              </a:spcAft>
              <a:buClr>
                <a:schemeClr val="dk2"/>
              </a:buClr>
              <a:buSzPts val="1300"/>
              <a:buFont typeface="Host Grotesk SemiBold"/>
              <a:buChar char="○"/>
              <a:defRPr sz="1300">
                <a:solidFill>
                  <a:schemeClr val="dk2"/>
                </a:solidFill>
                <a:latin typeface="Host Grotesk SemiBold"/>
                <a:ea typeface="Host Grotesk SemiBold"/>
                <a:cs typeface="Host Grotesk SemiBold"/>
                <a:sym typeface="Host Grotesk SemiBold"/>
              </a:defRPr>
            </a:lvl2pPr>
            <a:lvl3pPr indent="-317500" lvl="2" marL="1371600">
              <a:lnSpc>
                <a:spcPct val="115000"/>
              </a:lnSpc>
              <a:spcBef>
                <a:spcPts val="0"/>
              </a:spcBef>
              <a:spcAft>
                <a:spcPts val="0"/>
              </a:spcAft>
              <a:buClr>
                <a:schemeClr val="dk2"/>
              </a:buClr>
              <a:buSzPts val="1400"/>
              <a:buFont typeface="Host Grotesk"/>
              <a:buChar char="■"/>
              <a:defRPr>
                <a:solidFill>
                  <a:schemeClr val="dk2"/>
                </a:solidFill>
                <a:latin typeface="Host Grotesk"/>
                <a:ea typeface="Host Grotesk"/>
                <a:cs typeface="Host Grotesk"/>
                <a:sym typeface="Host Grotesk"/>
              </a:defRPr>
            </a:lvl3pPr>
            <a:lvl4pPr indent="-311150" lvl="3" marL="1828800">
              <a:lnSpc>
                <a:spcPct val="115000"/>
              </a:lnSpc>
              <a:spcBef>
                <a:spcPts val="0"/>
              </a:spcBef>
              <a:spcAft>
                <a:spcPts val="0"/>
              </a:spcAft>
              <a:buClr>
                <a:schemeClr val="dk2"/>
              </a:buClr>
              <a:buSzPts val="1300"/>
              <a:buFont typeface="Host Grotesk"/>
              <a:buChar char="●"/>
              <a:defRPr sz="1300">
                <a:solidFill>
                  <a:schemeClr val="dk2"/>
                </a:solidFill>
                <a:latin typeface="Host Grotesk"/>
                <a:ea typeface="Host Grotesk"/>
                <a:cs typeface="Host Grotesk"/>
                <a:sym typeface="Host Grotesk"/>
              </a:defRPr>
            </a:lvl4pPr>
            <a:lvl5pPr indent="-304800" lvl="4" marL="2286000">
              <a:lnSpc>
                <a:spcPct val="115000"/>
              </a:lnSpc>
              <a:spcBef>
                <a:spcPts val="0"/>
              </a:spcBef>
              <a:spcAft>
                <a:spcPts val="0"/>
              </a:spcAft>
              <a:buClr>
                <a:schemeClr val="dk2"/>
              </a:buClr>
              <a:buSzPts val="1200"/>
              <a:buFont typeface="Host Grotesk"/>
              <a:buChar char="○"/>
              <a:defRPr sz="1200">
                <a:solidFill>
                  <a:schemeClr val="dk2"/>
                </a:solidFill>
                <a:latin typeface="Host Grotesk"/>
                <a:ea typeface="Host Grotesk"/>
                <a:cs typeface="Host Grotesk"/>
                <a:sym typeface="Host Grotesk"/>
              </a:defRPr>
            </a:lvl5pPr>
            <a:lvl6pPr indent="-298450" lvl="5" marL="2743200">
              <a:lnSpc>
                <a:spcPct val="115000"/>
              </a:lnSpc>
              <a:spcBef>
                <a:spcPts val="0"/>
              </a:spcBef>
              <a:spcAft>
                <a:spcPts val="0"/>
              </a:spcAft>
              <a:buClr>
                <a:schemeClr val="dk2"/>
              </a:buClr>
              <a:buSzPts val="1100"/>
              <a:buFont typeface="Host Grotesk"/>
              <a:buChar char="■"/>
              <a:defRPr sz="1100">
                <a:solidFill>
                  <a:schemeClr val="dk2"/>
                </a:solidFill>
                <a:latin typeface="Host Grotesk"/>
                <a:ea typeface="Host Grotesk"/>
                <a:cs typeface="Host Grotesk"/>
                <a:sym typeface="Host Grotesk"/>
              </a:defRPr>
            </a:lvl6pPr>
            <a:lvl7pPr indent="-304800" lvl="6" marL="3200400">
              <a:lnSpc>
                <a:spcPct val="115000"/>
              </a:lnSpc>
              <a:spcBef>
                <a:spcPts val="0"/>
              </a:spcBef>
              <a:spcAft>
                <a:spcPts val="0"/>
              </a:spcAft>
              <a:buClr>
                <a:schemeClr val="dk2"/>
              </a:buClr>
              <a:buSzPts val="1200"/>
              <a:buFont typeface="Host Grotesk"/>
              <a:buChar char="●"/>
              <a:defRPr sz="1200">
                <a:solidFill>
                  <a:schemeClr val="dk2"/>
                </a:solidFill>
                <a:latin typeface="Host Grotesk"/>
                <a:ea typeface="Host Grotesk"/>
                <a:cs typeface="Host Grotesk"/>
                <a:sym typeface="Host Grotesk"/>
              </a:defRPr>
            </a:lvl7pPr>
            <a:lvl8pPr indent="-304800" lvl="7" marL="3657600">
              <a:lnSpc>
                <a:spcPct val="115000"/>
              </a:lnSpc>
              <a:spcBef>
                <a:spcPts val="0"/>
              </a:spcBef>
              <a:spcAft>
                <a:spcPts val="0"/>
              </a:spcAft>
              <a:buClr>
                <a:schemeClr val="dk2"/>
              </a:buClr>
              <a:buSzPts val="1200"/>
              <a:buFont typeface="Host Grotesk"/>
              <a:buChar char="○"/>
              <a:defRPr sz="1200">
                <a:solidFill>
                  <a:schemeClr val="dk2"/>
                </a:solidFill>
                <a:latin typeface="Host Grotesk"/>
                <a:ea typeface="Host Grotesk"/>
                <a:cs typeface="Host Grotesk"/>
                <a:sym typeface="Host Grotesk"/>
              </a:defRPr>
            </a:lvl8pPr>
            <a:lvl9pPr indent="-304800" lvl="8" marL="4114800">
              <a:lnSpc>
                <a:spcPct val="115000"/>
              </a:lnSpc>
              <a:spcBef>
                <a:spcPts val="0"/>
              </a:spcBef>
              <a:spcAft>
                <a:spcPts val="0"/>
              </a:spcAft>
              <a:buClr>
                <a:schemeClr val="dk2"/>
              </a:buClr>
              <a:buSzPts val="1200"/>
              <a:buFont typeface="Host Grotesk"/>
              <a:buChar char="■"/>
              <a:defRPr sz="1200">
                <a:solidFill>
                  <a:schemeClr val="dk2"/>
                </a:solidFill>
                <a:latin typeface="Host Grotesk"/>
                <a:ea typeface="Host Grotesk"/>
                <a:cs typeface="Host Grotesk"/>
                <a:sym typeface="Host Grotesk"/>
              </a:defRPr>
            </a:lvl9pPr>
          </a:lstStyle>
          <a:p/>
        </p:txBody>
      </p:sp>
      <p:sp>
        <p:nvSpPr>
          <p:cNvPr id="8" name="Google Shape;8;p1"/>
          <p:cNvSpPr txBox="1"/>
          <p:nvPr>
            <p:ph idx="12" type="sldNum"/>
          </p:nvPr>
        </p:nvSpPr>
        <p:spPr>
          <a:xfrm>
            <a:off x="8595300" y="4989148"/>
            <a:ext cx="548700" cy="161700"/>
          </a:xfrm>
          <a:prstGeom prst="rect">
            <a:avLst/>
          </a:prstGeom>
          <a:noFill/>
          <a:ln>
            <a:noFill/>
          </a:ln>
        </p:spPr>
        <p:txBody>
          <a:bodyPr anchorCtr="0" anchor="ctr" bIns="91425" lIns="91425" spcFirstLastPara="1" rIns="91425" wrap="square" tIns="91425">
            <a:noAutofit/>
          </a:bodyPr>
          <a:lstStyle>
            <a:lvl1pPr lvl="0" algn="r">
              <a:lnSpc>
                <a:spcPct val="90000"/>
              </a:lnSpc>
              <a:buSzPts val="358"/>
              <a:buNone/>
              <a:defRPr b="1" sz="925">
                <a:solidFill>
                  <a:schemeClr val="dk1"/>
                </a:solidFill>
                <a:latin typeface="Host Grotesk"/>
                <a:ea typeface="Host Grotesk"/>
                <a:cs typeface="Host Grotesk"/>
                <a:sym typeface="Host Grotesk"/>
              </a:defRPr>
            </a:lvl1pPr>
            <a:lvl2pPr lvl="1" algn="r">
              <a:lnSpc>
                <a:spcPct val="90000"/>
              </a:lnSpc>
              <a:buSzPts val="358"/>
              <a:buNone/>
              <a:defRPr b="1" sz="925">
                <a:solidFill>
                  <a:schemeClr val="dk1"/>
                </a:solidFill>
                <a:latin typeface="Host Grotesk"/>
                <a:ea typeface="Host Grotesk"/>
                <a:cs typeface="Host Grotesk"/>
                <a:sym typeface="Host Grotesk"/>
              </a:defRPr>
            </a:lvl2pPr>
            <a:lvl3pPr lvl="2" algn="r">
              <a:lnSpc>
                <a:spcPct val="90000"/>
              </a:lnSpc>
              <a:buSzPts val="358"/>
              <a:buNone/>
              <a:defRPr b="1" sz="925">
                <a:solidFill>
                  <a:schemeClr val="dk1"/>
                </a:solidFill>
                <a:latin typeface="Host Grotesk"/>
                <a:ea typeface="Host Grotesk"/>
                <a:cs typeface="Host Grotesk"/>
                <a:sym typeface="Host Grotesk"/>
              </a:defRPr>
            </a:lvl3pPr>
            <a:lvl4pPr lvl="3" algn="r">
              <a:lnSpc>
                <a:spcPct val="90000"/>
              </a:lnSpc>
              <a:buSzPts val="358"/>
              <a:buNone/>
              <a:defRPr b="1" sz="925">
                <a:solidFill>
                  <a:schemeClr val="dk1"/>
                </a:solidFill>
                <a:latin typeface="Host Grotesk"/>
                <a:ea typeface="Host Grotesk"/>
                <a:cs typeface="Host Grotesk"/>
                <a:sym typeface="Host Grotesk"/>
              </a:defRPr>
            </a:lvl4pPr>
            <a:lvl5pPr lvl="4" algn="r">
              <a:lnSpc>
                <a:spcPct val="90000"/>
              </a:lnSpc>
              <a:buSzPts val="358"/>
              <a:buNone/>
              <a:defRPr b="1" sz="925">
                <a:solidFill>
                  <a:schemeClr val="dk1"/>
                </a:solidFill>
                <a:latin typeface="Host Grotesk"/>
                <a:ea typeface="Host Grotesk"/>
                <a:cs typeface="Host Grotesk"/>
                <a:sym typeface="Host Grotesk"/>
              </a:defRPr>
            </a:lvl5pPr>
            <a:lvl6pPr lvl="5" algn="r">
              <a:lnSpc>
                <a:spcPct val="90000"/>
              </a:lnSpc>
              <a:buSzPts val="358"/>
              <a:buNone/>
              <a:defRPr b="1" sz="925">
                <a:solidFill>
                  <a:schemeClr val="dk1"/>
                </a:solidFill>
                <a:latin typeface="Host Grotesk"/>
                <a:ea typeface="Host Grotesk"/>
                <a:cs typeface="Host Grotesk"/>
                <a:sym typeface="Host Grotesk"/>
              </a:defRPr>
            </a:lvl6pPr>
            <a:lvl7pPr lvl="6" algn="r">
              <a:lnSpc>
                <a:spcPct val="90000"/>
              </a:lnSpc>
              <a:buSzPts val="358"/>
              <a:buNone/>
              <a:defRPr b="1" sz="925">
                <a:solidFill>
                  <a:schemeClr val="dk1"/>
                </a:solidFill>
                <a:latin typeface="Host Grotesk"/>
                <a:ea typeface="Host Grotesk"/>
                <a:cs typeface="Host Grotesk"/>
                <a:sym typeface="Host Grotesk"/>
              </a:defRPr>
            </a:lvl7pPr>
            <a:lvl8pPr lvl="7" algn="r">
              <a:lnSpc>
                <a:spcPct val="90000"/>
              </a:lnSpc>
              <a:buSzPts val="358"/>
              <a:buNone/>
              <a:defRPr b="1" sz="925">
                <a:solidFill>
                  <a:schemeClr val="dk1"/>
                </a:solidFill>
                <a:latin typeface="Host Grotesk"/>
                <a:ea typeface="Host Grotesk"/>
                <a:cs typeface="Host Grotesk"/>
                <a:sym typeface="Host Grotesk"/>
              </a:defRPr>
            </a:lvl8pPr>
            <a:lvl9pPr lvl="8" algn="r">
              <a:lnSpc>
                <a:spcPct val="90000"/>
              </a:lnSpc>
              <a:buSzPts val="358"/>
              <a:buNone/>
              <a:defRPr b="1" sz="925">
                <a:solidFill>
                  <a:schemeClr val="dk1"/>
                </a:solidFill>
                <a:latin typeface="Host Grotesk"/>
                <a:ea typeface="Host Grotesk"/>
                <a:cs typeface="Host Grotesk"/>
                <a:sym typeface="Host Grotesk"/>
              </a:defRPr>
            </a:lvl9pPr>
          </a:lstStyle>
          <a:p>
            <a:pPr indent="0" lvl="0" marL="0" rtl="0" algn="r">
              <a:spcBef>
                <a:spcPts val="0"/>
              </a:spcBef>
              <a:spcAft>
                <a:spcPts val="0"/>
              </a:spcAft>
              <a:buNone/>
            </a:pPr>
            <a:fld id="{00000000-1234-1234-1234-123412341234}" type="slidenum">
              <a:rPr lang="c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22.jpg"/><Relationship Id="rId4" Type="http://schemas.openxmlformats.org/officeDocument/2006/relationships/image" Target="../media/image17.jpg"/><Relationship Id="rId5"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fonts.google.com/specimen/Host+Grotesk?preview.script=Lat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fonts.google.com/specimen/Host+Grotesk?preview.script=Lat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fonts.google.com/specimen/Host+Grotesk?preview.script=Lat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1.xml"/><Relationship Id="rId4" Type="http://schemas.openxmlformats.org/officeDocument/2006/relationships/hyperlink" Target="https://phosphoricons.com/" TargetMode="External"/><Relationship Id="rId5" Type="http://schemas.openxmlformats.org/officeDocument/2006/relationships/hyperlink" Target="https://phosphoricons.com/" TargetMode="External"/><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40" Type="http://schemas.openxmlformats.org/officeDocument/2006/relationships/image" Target="../media/image46.png"/><Relationship Id="rId42" Type="http://schemas.openxmlformats.org/officeDocument/2006/relationships/image" Target="../media/image49.png"/><Relationship Id="rId41" Type="http://schemas.openxmlformats.org/officeDocument/2006/relationships/image" Target="../media/image42.png"/><Relationship Id="rId44" Type="http://schemas.openxmlformats.org/officeDocument/2006/relationships/image" Target="../media/image48.png"/><Relationship Id="rId43" Type="http://schemas.openxmlformats.org/officeDocument/2006/relationships/image" Target="../media/image50.png"/><Relationship Id="rId46" Type="http://schemas.openxmlformats.org/officeDocument/2006/relationships/image" Target="../media/image54.png"/><Relationship Id="rId45" Type="http://schemas.openxmlformats.org/officeDocument/2006/relationships/image" Target="../media/image52.png"/><Relationship Id="rId105" Type="http://schemas.openxmlformats.org/officeDocument/2006/relationships/image" Target="../media/image112.png"/><Relationship Id="rId104" Type="http://schemas.openxmlformats.org/officeDocument/2006/relationships/image" Target="../media/image108.png"/><Relationship Id="rId48" Type="http://schemas.openxmlformats.org/officeDocument/2006/relationships/image" Target="../media/image57.png"/><Relationship Id="rId47" Type="http://schemas.openxmlformats.org/officeDocument/2006/relationships/image" Target="../media/image47.png"/><Relationship Id="rId49" Type="http://schemas.openxmlformats.org/officeDocument/2006/relationships/image" Target="../media/image55.png"/><Relationship Id="rId103" Type="http://schemas.openxmlformats.org/officeDocument/2006/relationships/image" Target="../media/image103.png"/><Relationship Id="rId102" Type="http://schemas.openxmlformats.org/officeDocument/2006/relationships/image" Target="../media/image107.png"/><Relationship Id="rId101" Type="http://schemas.openxmlformats.org/officeDocument/2006/relationships/image" Target="../media/image105.png"/><Relationship Id="rId100" Type="http://schemas.openxmlformats.org/officeDocument/2006/relationships/image" Target="../media/image94.png"/><Relationship Id="rId31" Type="http://schemas.openxmlformats.org/officeDocument/2006/relationships/image" Target="../media/image31.png"/><Relationship Id="rId30" Type="http://schemas.openxmlformats.org/officeDocument/2006/relationships/image" Target="../media/image33.png"/><Relationship Id="rId33" Type="http://schemas.openxmlformats.org/officeDocument/2006/relationships/image" Target="../media/image36.png"/><Relationship Id="rId32" Type="http://schemas.openxmlformats.org/officeDocument/2006/relationships/image" Target="../media/image45.png"/><Relationship Id="rId35" Type="http://schemas.openxmlformats.org/officeDocument/2006/relationships/image" Target="../media/image44.png"/><Relationship Id="rId34" Type="http://schemas.openxmlformats.org/officeDocument/2006/relationships/image" Target="../media/image40.png"/><Relationship Id="rId37" Type="http://schemas.openxmlformats.org/officeDocument/2006/relationships/image" Target="../media/image41.png"/><Relationship Id="rId36" Type="http://schemas.openxmlformats.org/officeDocument/2006/relationships/image" Target="../media/image53.png"/><Relationship Id="rId39" Type="http://schemas.openxmlformats.org/officeDocument/2006/relationships/image" Target="../media/image51.png"/><Relationship Id="rId38" Type="http://schemas.openxmlformats.org/officeDocument/2006/relationships/image" Target="../media/image43.png"/><Relationship Id="rId20" Type="http://schemas.openxmlformats.org/officeDocument/2006/relationships/image" Target="../media/image24.png"/><Relationship Id="rId22" Type="http://schemas.openxmlformats.org/officeDocument/2006/relationships/image" Target="../media/image37.png"/><Relationship Id="rId21" Type="http://schemas.openxmlformats.org/officeDocument/2006/relationships/image" Target="../media/image30.png"/><Relationship Id="rId24" Type="http://schemas.openxmlformats.org/officeDocument/2006/relationships/image" Target="../media/image25.png"/><Relationship Id="rId23" Type="http://schemas.openxmlformats.org/officeDocument/2006/relationships/image" Target="../media/image27.png"/><Relationship Id="rId26" Type="http://schemas.openxmlformats.org/officeDocument/2006/relationships/image" Target="../media/image34.png"/><Relationship Id="rId25" Type="http://schemas.openxmlformats.org/officeDocument/2006/relationships/image" Target="../media/image35.png"/><Relationship Id="rId28" Type="http://schemas.openxmlformats.org/officeDocument/2006/relationships/image" Target="../media/image32.png"/><Relationship Id="rId27" Type="http://schemas.openxmlformats.org/officeDocument/2006/relationships/image" Target="../media/image26.png"/><Relationship Id="rId29" Type="http://schemas.openxmlformats.org/officeDocument/2006/relationships/image" Target="../media/image38.png"/><Relationship Id="rId95" Type="http://schemas.openxmlformats.org/officeDocument/2006/relationships/image" Target="../media/image106.png"/><Relationship Id="rId94" Type="http://schemas.openxmlformats.org/officeDocument/2006/relationships/image" Target="../media/image98.png"/><Relationship Id="rId97" Type="http://schemas.openxmlformats.org/officeDocument/2006/relationships/image" Target="../media/image113.png"/><Relationship Id="rId96" Type="http://schemas.openxmlformats.org/officeDocument/2006/relationships/image" Target="../media/image110.png"/><Relationship Id="rId11" Type="http://schemas.openxmlformats.org/officeDocument/2006/relationships/image" Target="../media/image18.png"/><Relationship Id="rId99" Type="http://schemas.openxmlformats.org/officeDocument/2006/relationships/image" Target="../media/image99.png"/><Relationship Id="rId10" Type="http://schemas.openxmlformats.org/officeDocument/2006/relationships/image" Target="../media/image15.png"/><Relationship Id="rId98" Type="http://schemas.openxmlformats.org/officeDocument/2006/relationships/image" Target="../media/image104.png"/><Relationship Id="rId13" Type="http://schemas.openxmlformats.org/officeDocument/2006/relationships/image" Target="../media/image23.png"/><Relationship Id="rId12" Type="http://schemas.openxmlformats.org/officeDocument/2006/relationships/image" Target="../media/image11.png"/><Relationship Id="rId91" Type="http://schemas.openxmlformats.org/officeDocument/2006/relationships/image" Target="../media/image96.png"/><Relationship Id="rId90" Type="http://schemas.openxmlformats.org/officeDocument/2006/relationships/image" Target="../media/image101.png"/><Relationship Id="rId93" Type="http://schemas.openxmlformats.org/officeDocument/2006/relationships/image" Target="../media/image92.png"/><Relationship Id="rId92" Type="http://schemas.openxmlformats.org/officeDocument/2006/relationships/image" Target="../media/image97.png"/><Relationship Id="rId15" Type="http://schemas.openxmlformats.org/officeDocument/2006/relationships/image" Target="../media/image19.png"/><Relationship Id="rId14" Type="http://schemas.openxmlformats.org/officeDocument/2006/relationships/image" Target="../media/image21.png"/><Relationship Id="rId17" Type="http://schemas.openxmlformats.org/officeDocument/2006/relationships/image" Target="../media/image39.png"/><Relationship Id="rId16" Type="http://schemas.openxmlformats.org/officeDocument/2006/relationships/image" Target="../media/image14.png"/><Relationship Id="rId19" Type="http://schemas.openxmlformats.org/officeDocument/2006/relationships/image" Target="../media/image28.png"/><Relationship Id="rId18" Type="http://schemas.openxmlformats.org/officeDocument/2006/relationships/image" Target="../media/image20.png"/><Relationship Id="rId84" Type="http://schemas.openxmlformats.org/officeDocument/2006/relationships/image" Target="../media/image85.png"/><Relationship Id="rId83" Type="http://schemas.openxmlformats.org/officeDocument/2006/relationships/image" Target="../media/image91.png"/><Relationship Id="rId86" Type="http://schemas.openxmlformats.org/officeDocument/2006/relationships/image" Target="../media/image81.png"/><Relationship Id="rId85" Type="http://schemas.openxmlformats.org/officeDocument/2006/relationships/image" Target="../media/image89.png"/><Relationship Id="rId88" Type="http://schemas.openxmlformats.org/officeDocument/2006/relationships/image" Target="../media/image102.png"/><Relationship Id="rId87" Type="http://schemas.openxmlformats.org/officeDocument/2006/relationships/image" Target="../media/image93.png"/><Relationship Id="rId89" Type="http://schemas.openxmlformats.org/officeDocument/2006/relationships/image" Target="../media/image95.png"/><Relationship Id="rId80" Type="http://schemas.openxmlformats.org/officeDocument/2006/relationships/image" Target="../media/image84.png"/><Relationship Id="rId82" Type="http://schemas.openxmlformats.org/officeDocument/2006/relationships/image" Target="../media/image88.png"/><Relationship Id="rId81" Type="http://schemas.openxmlformats.org/officeDocument/2006/relationships/image" Target="../media/image90.png"/><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29.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9.png"/><Relationship Id="rId73" Type="http://schemas.openxmlformats.org/officeDocument/2006/relationships/image" Target="../media/image86.png"/><Relationship Id="rId72" Type="http://schemas.openxmlformats.org/officeDocument/2006/relationships/image" Target="../media/image78.png"/><Relationship Id="rId75" Type="http://schemas.openxmlformats.org/officeDocument/2006/relationships/image" Target="../media/image82.png"/><Relationship Id="rId74" Type="http://schemas.openxmlformats.org/officeDocument/2006/relationships/image" Target="../media/image79.png"/><Relationship Id="rId77" Type="http://schemas.openxmlformats.org/officeDocument/2006/relationships/image" Target="../media/image76.png"/><Relationship Id="rId76" Type="http://schemas.openxmlformats.org/officeDocument/2006/relationships/image" Target="../media/image77.png"/><Relationship Id="rId79" Type="http://schemas.openxmlformats.org/officeDocument/2006/relationships/image" Target="../media/image83.png"/><Relationship Id="rId78" Type="http://schemas.openxmlformats.org/officeDocument/2006/relationships/image" Target="../media/image87.png"/><Relationship Id="rId71" Type="http://schemas.openxmlformats.org/officeDocument/2006/relationships/image" Target="../media/image126.png"/><Relationship Id="rId70" Type="http://schemas.openxmlformats.org/officeDocument/2006/relationships/image" Target="../media/image70.png"/><Relationship Id="rId62" Type="http://schemas.openxmlformats.org/officeDocument/2006/relationships/image" Target="../media/image65.png"/><Relationship Id="rId61" Type="http://schemas.openxmlformats.org/officeDocument/2006/relationships/image" Target="../media/image67.png"/><Relationship Id="rId64" Type="http://schemas.openxmlformats.org/officeDocument/2006/relationships/image" Target="../media/image58.png"/><Relationship Id="rId63" Type="http://schemas.openxmlformats.org/officeDocument/2006/relationships/image" Target="../media/image62.png"/><Relationship Id="rId66" Type="http://schemas.openxmlformats.org/officeDocument/2006/relationships/image" Target="../media/image72.png"/><Relationship Id="rId65" Type="http://schemas.openxmlformats.org/officeDocument/2006/relationships/image" Target="../media/image74.png"/><Relationship Id="rId68" Type="http://schemas.openxmlformats.org/officeDocument/2006/relationships/image" Target="../media/image75.png"/><Relationship Id="rId67" Type="http://schemas.openxmlformats.org/officeDocument/2006/relationships/image" Target="../media/image69.png"/><Relationship Id="rId60" Type="http://schemas.openxmlformats.org/officeDocument/2006/relationships/image" Target="../media/image80.png"/><Relationship Id="rId69" Type="http://schemas.openxmlformats.org/officeDocument/2006/relationships/image" Target="../media/image73.png"/><Relationship Id="rId51" Type="http://schemas.openxmlformats.org/officeDocument/2006/relationships/image" Target="../media/image59.png"/><Relationship Id="rId50" Type="http://schemas.openxmlformats.org/officeDocument/2006/relationships/image" Target="../media/image60.png"/><Relationship Id="rId53" Type="http://schemas.openxmlformats.org/officeDocument/2006/relationships/image" Target="../media/image61.png"/><Relationship Id="rId52" Type="http://schemas.openxmlformats.org/officeDocument/2006/relationships/image" Target="../media/image63.png"/><Relationship Id="rId55" Type="http://schemas.openxmlformats.org/officeDocument/2006/relationships/image" Target="../media/image64.png"/><Relationship Id="rId54" Type="http://schemas.openxmlformats.org/officeDocument/2006/relationships/image" Target="../media/image56.png"/><Relationship Id="rId57" Type="http://schemas.openxmlformats.org/officeDocument/2006/relationships/image" Target="../media/image68.png"/><Relationship Id="rId56" Type="http://schemas.openxmlformats.org/officeDocument/2006/relationships/image" Target="../media/image100.png"/><Relationship Id="rId59" Type="http://schemas.openxmlformats.org/officeDocument/2006/relationships/image" Target="../media/image71.png"/><Relationship Id="rId58" Type="http://schemas.openxmlformats.org/officeDocument/2006/relationships/image" Target="../media/image6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4.png"/><Relationship Id="rId4" Type="http://schemas.openxmlformats.org/officeDocument/2006/relationships/image" Target="../media/image111.png"/><Relationship Id="rId9" Type="http://schemas.openxmlformats.org/officeDocument/2006/relationships/image" Target="../media/image123.png"/><Relationship Id="rId5" Type="http://schemas.openxmlformats.org/officeDocument/2006/relationships/image" Target="../media/image117.png"/><Relationship Id="rId6" Type="http://schemas.openxmlformats.org/officeDocument/2006/relationships/image" Target="../media/image116.png"/><Relationship Id="rId7" Type="http://schemas.openxmlformats.org/officeDocument/2006/relationships/image" Target="../media/image118.png"/><Relationship Id="rId8" Type="http://schemas.openxmlformats.org/officeDocument/2006/relationships/image" Target="../media/image1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52.jpg"/><Relationship Id="rId4" Type="http://schemas.openxmlformats.org/officeDocument/2006/relationships/image" Target="../media/image7.png"/><Relationship Id="rId5" Type="http://schemas.openxmlformats.org/officeDocument/2006/relationships/image" Target="../media/image114.png"/><Relationship Id="rId6" Type="http://schemas.openxmlformats.org/officeDocument/2006/relationships/image" Target="../media/image1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38.jpg"/></Relationships>
</file>

<file path=ppt/slides/_rels/slide18.xml.rels><?xml version="1.0" encoding="UTF-8" standalone="yes"?><Relationships xmlns="http://schemas.openxmlformats.org/package/2006/relationships"><Relationship Id="rId11" Type="http://schemas.openxmlformats.org/officeDocument/2006/relationships/image" Target="../media/image117.png"/><Relationship Id="rId10" Type="http://schemas.openxmlformats.org/officeDocument/2006/relationships/image" Target="../media/image32.png"/><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4.png"/><Relationship Id="rId9" Type="http://schemas.openxmlformats.org/officeDocument/2006/relationships/image" Target="../media/image15.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35.png"/><Relationship Id="rId8"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40.jpg"/><Relationship Id="rId4" Type="http://schemas.openxmlformats.org/officeDocument/2006/relationships/image" Target="../media/image133.png"/><Relationship Id="rId5" Type="http://schemas.openxmlformats.org/officeDocument/2006/relationships/image" Target="../media/image162.png"/><Relationship Id="rId6" Type="http://schemas.openxmlformats.org/officeDocument/2006/relationships/image" Target="../media/image1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140.jpg"/><Relationship Id="rId4" Type="http://schemas.openxmlformats.org/officeDocument/2006/relationships/image" Target="../media/image135.png"/><Relationship Id="rId5" Type="http://schemas.openxmlformats.org/officeDocument/2006/relationships/image" Target="../media/image142.png"/><Relationship Id="rId6" Type="http://schemas.openxmlformats.org/officeDocument/2006/relationships/image" Target="../media/image136.png"/><Relationship Id="rId7" Type="http://schemas.openxmlformats.org/officeDocument/2006/relationships/image" Target="../media/image134.png"/><Relationship Id="rId8" Type="http://schemas.openxmlformats.org/officeDocument/2006/relationships/image" Target="../media/image143.png"/></Relationships>
</file>

<file path=ppt/slides/_rels/slide21.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14.png"/><Relationship Id="rId12" Type="http://schemas.openxmlformats.org/officeDocument/2006/relationships/image" Target="../media/image20.png"/><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38.png"/><Relationship Id="rId9" Type="http://schemas.openxmlformats.org/officeDocument/2006/relationships/image" Target="../media/image35.png"/><Relationship Id="rId5" Type="http://schemas.openxmlformats.org/officeDocument/2006/relationships/image" Target="../media/image2.png"/><Relationship Id="rId6" Type="http://schemas.openxmlformats.org/officeDocument/2006/relationships/image" Target="../media/image18.png"/><Relationship Id="rId7" Type="http://schemas.openxmlformats.org/officeDocument/2006/relationships/image" Target="../media/image29.png"/><Relationship Id="rId8" Type="http://schemas.openxmlformats.org/officeDocument/2006/relationships/image" Target="../media/image12.png"/></Relationships>
</file>

<file path=ppt/slides/_rels/slide22.xml.rels><?xml version="1.0" encoding="UTF-8" standalone="yes"?><Relationships xmlns="http://schemas.openxmlformats.org/package/2006/relationships"><Relationship Id="rId10" Type="http://schemas.openxmlformats.org/officeDocument/2006/relationships/image" Target="../media/image160.png"/><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154.png"/><Relationship Id="rId4" Type="http://schemas.openxmlformats.org/officeDocument/2006/relationships/image" Target="../media/image161.jpg"/><Relationship Id="rId9" Type="http://schemas.openxmlformats.org/officeDocument/2006/relationships/image" Target="../media/image153.jpg"/><Relationship Id="rId5" Type="http://schemas.openxmlformats.org/officeDocument/2006/relationships/hyperlink" Target="https://logio.com/case-studies/albert" TargetMode="External"/><Relationship Id="rId6" Type="http://schemas.openxmlformats.org/officeDocument/2006/relationships/image" Target="../media/image142.png"/><Relationship Id="rId7" Type="http://schemas.openxmlformats.org/officeDocument/2006/relationships/image" Target="../media/image150.png"/><Relationship Id="rId8" Type="http://schemas.openxmlformats.org/officeDocument/2006/relationships/image" Target="../media/image14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google.com/maps/place//data=!4m2!3m1!1s0x470b9540494b996d:0x6cb1808fd2818048?sa=X&amp;ved=1t:8290&amp;ictx=111" TargetMode="External"/><Relationship Id="rId4" Type="http://schemas.openxmlformats.org/officeDocument/2006/relationships/hyperlink" Target="https://www.google.com/maps/place//data=!4m2!3m1!1s0x470b9540494b996d:0x6cb1808fd2818048?sa=X&amp;ved=1t:8290&amp;ictx=111" TargetMode="External"/><Relationship Id="rId5" Type="http://schemas.openxmlformats.org/officeDocument/2006/relationships/hyperlink" Target="https://www.google.com/maps/place//data=!4m2!3m1!1s0x470b9540494b996d:0x6cb1808fd2818048?sa=X&amp;ved=1t:8290&amp;ictx=11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docs.google.com/spreadsheets/d/1-B_KqaNFlpptwRJG-q0MFZ-fpwiRQOIqM2f048hjCx0/edit?usp=sharing" TargetMode="External"/><Relationship Id="rId4" Type="http://schemas.openxmlformats.org/officeDocument/2006/relationships/hyperlink" Target="https://docs.google.com/spreadsheets/d/1-B_KqaNFlpptwRJG-q0MFZ-fpwiRQOIqM2f048hjCx0/edit?usp=sharing" TargetMode="External"/><Relationship Id="rId5" Type="http://schemas.openxmlformats.org/officeDocument/2006/relationships/hyperlink" Target="https://docs.google.com/spreadsheets/d/1-B_KqaNFlpptwRJG-q0MFZ-fpwiRQOIqM2f048hjCx0/edit?usp=sharin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ocs.google.com/spreadsheets/d/1-B_KqaNFlpptwRJG-q0MFZ-fpwiRQOIqM2f048hjCx0/edit?usp=sharin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docs.google.com/spreadsheets/d/1-B_KqaNFlpptwRJG-q0MFZ-fpwiRQOIqM2f048hjCx0/edit?usp=shar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8.png"/><Relationship Id="rId4" Type="http://schemas.openxmlformats.org/officeDocument/2006/relationships/image" Target="../media/image157.png"/><Relationship Id="rId5" Type="http://schemas.openxmlformats.org/officeDocument/2006/relationships/hyperlink" Target="https://docs.google.com/spreadsheets/d/1-B_KqaNFlpptwRJG-q0MFZ-fpwiRQOIqM2f048hjCx0/edit?usp=shar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ocs.google.com/presentation/d/1tD1EEw1eRY-QkFpZi3YhorH_0Rrg6EYp9t87VkRHzic/edit?slide=id.g36f8eff50c6_0_226#slide=id.g36f8eff50c6_0_226"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type="ctrTitle"/>
          </p:nvPr>
        </p:nvSpPr>
        <p:spPr>
          <a:xfrm>
            <a:off x="441056" y="2725313"/>
            <a:ext cx="7572600" cy="9510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cs"/>
              <a:t>Timesaver</a:t>
            </a:r>
            <a:endParaRPr/>
          </a:p>
        </p:txBody>
      </p:sp>
      <p:sp>
        <p:nvSpPr>
          <p:cNvPr id="97" name="Google Shape;97;p16"/>
          <p:cNvSpPr txBox="1"/>
          <p:nvPr>
            <p:ph idx="2" type="ctrTitle"/>
          </p:nvPr>
        </p:nvSpPr>
        <p:spPr>
          <a:xfrm>
            <a:off x="441056" y="3676913"/>
            <a:ext cx="6942300" cy="393600"/>
          </a:xfrm>
          <a:prstGeom prst="rect">
            <a:avLst/>
          </a:prstGeom>
        </p:spPr>
        <p:txBody>
          <a:bodyPr anchorCtr="0" anchor="b" bIns="91425" lIns="0" spcFirstLastPara="1" rIns="91425" wrap="square" tIns="91425">
            <a:normAutofit fontScale="90000"/>
          </a:bodyPr>
          <a:lstStyle/>
          <a:p>
            <a:pPr indent="0" lvl="0" marL="0" rtl="0" algn="l">
              <a:spcBef>
                <a:spcPts val="0"/>
              </a:spcBef>
              <a:spcAft>
                <a:spcPts val="0"/>
              </a:spcAft>
              <a:buNone/>
            </a:pPr>
            <a:r>
              <a:rPr lang="cs"/>
              <a:t>Logio brand guidelines, visual elements and slide layouts</a:t>
            </a:r>
            <a:endParaRPr/>
          </a:p>
        </p:txBody>
      </p:sp>
      <p:sp>
        <p:nvSpPr>
          <p:cNvPr id="98" name="Google Shape;98;p16"/>
          <p:cNvSpPr txBox="1"/>
          <p:nvPr>
            <p:ph idx="3" type="ctrTitle"/>
          </p:nvPr>
        </p:nvSpPr>
        <p:spPr>
          <a:xfrm>
            <a:off x="7026550" y="348300"/>
            <a:ext cx="729000" cy="3936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cs"/>
              <a:t>20/3/</a:t>
            </a:r>
            <a:br>
              <a:rPr lang="cs"/>
            </a:br>
            <a:r>
              <a:rPr lang="cs"/>
              <a:t>2026</a:t>
            </a:r>
            <a:endParaRPr/>
          </a:p>
        </p:txBody>
      </p:sp>
      <p:sp>
        <p:nvSpPr>
          <p:cNvPr id="99" name="Google Shape;99;p16"/>
          <p:cNvSpPr txBox="1"/>
          <p:nvPr>
            <p:ph idx="4" type="ctrTitle"/>
          </p:nvPr>
        </p:nvSpPr>
        <p:spPr>
          <a:xfrm>
            <a:off x="7755474" y="348288"/>
            <a:ext cx="936600" cy="3936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cs"/>
              <a:t>Marketing </a:t>
            </a:r>
            <a:br>
              <a:rPr lang="cs"/>
            </a:br>
            <a:r>
              <a:rPr lang="cs"/>
              <a:t>team</a:t>
            </a:r>
            <a:endParaRPr/>
          </a:p>
        </p:txBody>
      </p:sp>
      <p:sp>
        <p:nvSpPr>
          <p:cNvPr id="100" name="Google Shape;100;p16"/>
          <p:cNvSpPr txBox="1"/>
          <p:nvPr>
            <p:ph idx="12" type="sldNum"/>
          </p:nvPr>
        </p:nvSpPr>
        <p:spPr>
          <a:xfrm>
            <a:off x="8595300" y="4989148"/>
            <a:ext cx="548700" cy="161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solidFill>
                  <a:schemeClr val="lt1"/>
                </a:solidFill>
              </a:rPr>
              <a:t>‹#›</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450000" y="428798"/>
            <a:ext cx="6890400" cy="10560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Obsah</a:t>
            </a:r>
            <a:endParaRPr/>
          </a:p>
        </p:txBody>
      </p:sp>
      <p:pic>
        <p:nvPicPr>
          <p:cNvPr id="106" name="Google Shape;106;p17" title="2023-08-31-cocuma-logio-by-lukasneasi-40.jpg"/>
          <p:cNvPicPr preferRelativeResize="0"/>
          <p:nvPr>
            <p:ph idx="2" type="pic"/>
          </p:nvPr>
        </p:nvPicPr>
        <p:blipFill rotWithShape="1">
          <a:blip r:embed="rId3">
            <a:alphaModFix/>
          </a:blip>
          <a:srcRect b="0" l="25055" r="25055" t="0"/>
          <a:stretch/>
        </p:blipFill>
        <p:spPr>
          <a:xfrm>
            <a:off x="6598375" y="1817775"/>
            <a:ext cx="2349300" cy="3136200"/>
          </a:xfrm>
          <a:prstGeom prst="roundRect">
            <a:avLst>
              <a:gd fmla="val 16667" name="adj"/>
            </a:avLst>
          </a:prstGeom>
        </p:spPr>
      </p:pic>
      <p:pic>
        <p:nvPicPr>
          <p:cNvPr id="107" name="Google Shape;107;p17" title="2023-08-31-cocuma-logio-by-lukasneasi-35.jpg"/>
          <p:cNvPicPr preferRelativeResize="0"/>
          <p:nvPr>
            <p:ph idx="3" type="pic"/>
          </p:nvPr>
        </p:nvPicPr>
        <p:blipFill rotWithShape="1">
          <a:blip r:embed="rId4">
            <a:alphaModFix/>
          </a:blip>
          <a:srcRect b="28693" l="0" r="0" t="28693"/>
          <a:stretch/>
        </p:blipFill>
        <p:spPr>
          <a:xfrm>
            <a:off x="4149625" y="1817775"/>
            <a:ext cx="2349300" cy="1502100"/>
          </a:xfrm>
          <a:prstGeom prst="roundRect">
            <a:avLst>
              <a:gd fmla="val 16667" name="adj"/>
            </a:avLst>
          </a:prstGeom>
        </p:spPr>
      </p:pic>
      <p:pic>
        <p:nvPicPr>
          <p:cNvPr id="108" name="Google Shape;108;p17" title="2023-08-31-cocuma-logio-by-lukasneasi-19.jpg"/>
          <p:cNvPicPr preferRelativeResize="0"/>
          <p:nvPr>
            <p:ph idx="4" type="pic"/>
          </p:nvPr>
        </p:nvPicPr>
        <p:blipFill rotWithShape="1">
          <a:blip r:embed="rId5">
            <a:alphaModFix/>
          </a:blip>
          <a:srcRect b="1000" l="0" r="0" t="1000"/>
          <a:stretch/>
        </p:blipFill>
        <p:spPr>
          <a:xfrm>
            <a:off x="4149625" y="3419475"/>
            <a:ext cx="2349300" cy="1534500"/>
          </a:xfrm>
          <a:prstGeom prst="roundRect">
            <a:avLst>
              <a:gd fmla="val 16667" name="adj"/>
            </a:avLst>
          </a:prstGeom>
        </p:spPr>
      </p:pic>
      <p:sp>
        <p:nvSpPr>
          <p:cNvPr id="109" name="Google Shape;109;p17"/>
          <p:cNvSpPr txBox="1"/>
          <p:nvPr>
            <p:ph idx="1" type="subTitle"/>
          </p:nvPr>
        </p:nvSpPr>
        <p:spPr>
          <a:xfrm>
            <a:off x="450000" y="2138225"/>
            <a:ext cx="3348900" cy="2560500"/>
          </a:xfrm>
          <a:prstGeom prst="rect">
            <a:avLst/>
          </a:prstGeom>
        </p:spPr>
        <p:txBody>
          <a:bodyPr anchorCtr="0" anchor="t" bIns="91425" lIns="0" spcFirstLastPara="1" rIns="91425" wrap="square" tIns="0">
            <a:normAutofit/>
          </a:bodyPr>
          <a:lstStyle/>
          <a:p>
            <a:pPr indent="-298450" lvl="0" marL="457200" rtl="0" algn="l">
              <a:lnSpc>
                <a:spcPct val="150000"/>
              </a:lnSpc>
              <a:spcBef>
                <a:spcPts val="0"/>
              </a:spcBef>
              <a:spcAft>
                <a:spcPts val="0"/>
              </a:spcAft>
              <a:buSzPts val="1100"/>
              <a:buChar char="➔"/>
            </a:pPr>
            <a:r>
              <a:rPr lang="cs" sz="1815"/>
              <a:t>Brandové barvy </a:t>
            </a:r>
            <a:endParaRPr sz="1815"/>
          </a:p>
          <a:p>
            <a:pPr indent="-298450" lvl="0" marL="457200" rtl="0" algn="l">
              <a:lnSpc>
                <a:spcPct val="150000"/>
              </a:lnSpc>
              <a:spcBef>
                <a:spcPts val="0"/>
              </a:spcBef>
              <a:spcAft>
                <a:spcPts val="0"/>
              </a:spcAft>
              <a:buSzPts val="1100"/>
              <a:buChar char="➔"/>
            </a:pPr>
            <a:r>
              <a:rPr lang="cs" sz="1815"/>
              <a:t>Font</a:t>
            </a:r>
            <a:endParaRPr sz="1815"/>
          </a:p>
          <a:p>
            <a:pPr indent="-298450" lvl="0" marL="457200" rtl="0" algn="l">
              <a:lnSpc>
                <a:spcPct val="150000"/>
              </a:lnSpc>
              <a:spcBef>
                <a:spcPts val="0"/>
              </a:spcBef>
              <a:spcAft>
                <a:spcPts val="0"/>
              </a:spcAft>
              <a:buSzPts val="1100"/>
              <a:buChar char="➔"/>
            </a:pPr>
            <a:r>
              <a:rPr lang="cs" sz="1815"/>
              <a:t>Použití ikon</a:t>
            </a:r>
            <a:endParaRPr sz="1815"/>
          </a:p>
          <a:p>
            <a:pPr indent="-298450" lvl="0" marL="457200" rtl="0" algn="l">
              <a:lnSpc>
                <a:spcPct val="150000"/>
              </a:lnSpc>
              <a:spcBef>
                <a:spcPts val="0"/>
              </a:spcBef>
              <a:spcAft>
                <a:spcPts val="0"/>
              </a:spcAft>
              <a:buSzPts val="1100"/>
              <a:buChar char="➔"/>
            </a:pPr>
            <a:r>
              <a:rPr lang="cs" sz="1815"/>
              <a:t>Základní Logio slidy</a:t>
            </a:r>
            <a:endParaRPr sz="1815"/>
          </a:p>
          <a:p>
            <a:pPr indent="-298450" lvl="0" marL="457200" rtl="0" algn="l">
              <a:lnSpc>
                <a:spcPct val="150000"/>
              </a:lnSpc>
              <a:spcBef>
                <a:spcPts val="0"/>
              </a:spcBef>
              <a:spcAft>
                <a:spcPts val="0"/>
              </a:spcAft>
              <a:buSzPts val="1100"/>
              <a:buChar char="➔"/>
            </a:pPr>
            <a:r>
              <a:rPr lang="cs" sz="1815"/>
              <a:t>Prezentace šablona</a:t>
            </a:r>
            <a:endParaRPr sz="1815"/>
          </a:p>
          <a:p>
            <a:pPr indent="-298450" lvl="0" marL="457200" rtl="0" algn="l">
              <a:lnSpc>
                <a:spcPct val="150000"/>
              </a:lnSpc>
              <a:spcBef>
                <a:spcPts val="0"/>
              </a:spcBef>
              <a:spcAft>
                <a:spcPts val="0"/>
              </a:spcAft>
              <a:buSzPts val="1100"/>
              <a:buChar char="➔"/>
            </a:pPr>
            <a:r>
              <a:rPr lang="cs" sz="1815"/>
              <a:t>Diagramy, grafy, tabulky</a:t>
            </a:r>
            <a:endParaRPr sz="181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ctrTitle"/>
          </p:nvPr>
        </p:nvSpPr>
        <p:spPr>
          <a:xfrm>
            <a:off x="186325" y="2270500"/>
            <a:ext cx="8761500" cy="721500"/>
          </a:xfrm>
          <a:prstGeom prst="rect">
            <a:avLst/>
          </a:prstGeom>
        </p:spPr>
        <p:txBody>
          <a:bodyPr anchorCtr="0" anchor="b" bIns="0" lIns="0" spcFirstLastPara="1" rIns="0" wrap="square" tIns="0">
            <a:normAutofit/>
          </a:bodyPr>
          <a:lstStyle/>
          <a:p>
            <a:pPr indent="0" lvl="0" marL="0" rtl="0" algn="ctr">
              <a:spcBef>
                <a:spcPts val="0"/>
              </a:spcBef>
              <a:spcAft>
                <a:spcPts val="0"/>
              </a:spcAft>
              <a:buNone/>
            </a:pPr>
            <a:r>
              <a:rPr lang="cs"/>
              <a:t>Brand guidelines </a:t>
            </a:r>
            <a:endParaRPr/>
          </a:p>
        </p:txBody>
      </p:sp>
      <p:sp>
        <p:nvSpPr>
          <p:cNvPr id="115" name="Google Shape;115;p18"/>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sz="925"/>
              <a:t>‹#›</a:t>
            </a:fld>
            <a:endParaRPr sz="92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Brandové barvy</a:t>
            </a:r>
            <a:endParaRPr/>
          </a:p>
        </p:txBody>
      </p:sp>
      <p:sp>
        <p:nvSpPr>
          <p:cNvPr id="121" name="Google Shape;121;p19"/>
          <p:cNvSpPr txBox="1"/>
          <p:nvPr>
            <p:ph idx="4294967295" type="subTitle"/>
          </p:nvPr>
        </p:nvSpPr>
        <p:spPr>
          <a:xfrm>
            <a:off x="450000" y="1536300"/>
            <a:ext cx="4362300" cy="316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815"/>
              <a:t>Primární barvy - odstíny zelené</a:t>
            </a:r>
            <a:endParaRPr sz="815"/>
          </a:p>
        </p:txBody>
      </p:sp>
      <p:sp>
        <p:nvSpPr>
          <p:cNvPr id="122" name="Google Shape;122;p19"/>
          <p:cNvSpPr/>
          <p:nvPr/>
        </p:nvSpPr>
        <p:spPr>
          <a:xfrm>
            <a:off x="473200" y="2008776"/>
            <a:ext cx="618300" cy="618300"/>
          </a:xfrm>
          <a:prstGeom prst="roundRect">
            <a:avLst>
              <a:gd fmla="val 16667" name="adj"/>
            </a:avLst>
          </a:prstGeom>
          <a:solidFill>
            <a:srgbClr val="7FBA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23" name="Google Shape;123;p19"/>
          <p:cNvSpPr txBox="1"/>
          <p:nvPr>
            <p:ph idx="4294967295" type="subTitle"/>
          </p:nvPr>
        </p:nvSpPr>
        <p:spPr>
          <a:xfrm>
            <a:off x="474200" y="2977799"/>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#7FBA06 CMYK: 58/0/100/0</a:t>
            </a:r>
            <a:endParaRPr b="0" sz="615"/>
          </a:p>
        </p:txBody>
      </p:sp>
      <p:sp>
        <p:nvSpPr>
          <p:cNvPr id="124" name="Google Shape;124;p19"/>
          <p:cNvSpPr txBox="1"/>
          <p:nvPr>
            <p:ph idx="4294967295" type="subTitle"/>
          </p:nvPr>
        </p:nvSpPr>
        <p:spPr>
          <a:xfrm>
            <a:off x="1352882"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(70)</a:t>
            </a:r>
            <a:endParaRPr sz="615"/>
          </a:p>
        </p:txBody>
      </p:sp>
      <p:sp>
        <p:nvSpPr>
          <p:cNvPr id="125" name="Google Shape;125;p19"/>
          <p:cNvSpPr/>
          <p:nvPr/>
        </p:nvSpPr>
        <p:spPr>
          <a:xfrm>
            <a:off x="1351882" y="2008776"/>
            <a:ext cx="618300" cy="618300"/>
          </a:xfrm>
          <a:prstGeom prst="roundRect">
            <a:avLst>
              <a:gd fmla="val 16667" name="adj"/>
            </a:avLst>
          </a:prstGeom>
          <a:solidFill>
            <a:srgbClr val="58810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26" name="Google Shape;126;p19"/>
          <p:cNvSpPr txBox="1"/>
          <p:nvPr>
            <p:ph idx="4294967295" type="subTitle"/>
          </p:nvPr>
        </p:nvSpPr>
        <p:spPr>
          <a:xfrm>
            <a:off x="1352891" y="2977800"/>
            <a:ext cx="9243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0" lang="cs" sz="615"/>
              <a:t>HEX: #58810A </a:t>
            </a:r>
            <a:endParaRPr b="0" sz="615"/>
          </a:p>
          <a:p>
            <a:pPr indent="0" lvl="0" marL="0" rtl="0" algn="l">
              <a:lnSpc>
                <a:spcPct val="100000"/>
              </a:lnSpc>
              <a:spcBef>
                <a:spcPts val="1200"/>
              </a:spcBef>
              <a:spcAft>
                <a:spcPts val="1200"/>
              </a:spcAft>
              <a:buNone/>
            </a:pPr>
            <a:r>
              <a:rPr b="0" lang="cs" sz="615"/>
              <a:t>CMYK: 63/29/100/13</a:t>
            </a:r>
            <a:endParaRPr b="0" sz="615"/>
          </a:p>
        </p:txBody>
      </p:sp>
      <p:sp>
        <p:nvSpPr>
          <p:cNvPr id="127" name="Google Shape;127;p19"/>
          <p:cNvSpPr txBox="1"/>
          <p:nvPr>
            <p:ph idx="4294967295" type="subTitle"/>
          </p:nvPr>
        </p:nvSpPr>
        <p:spPr>
          <a:xfrm>
            <a:off x="2277275"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(80)</a:t>
            </a:r>
            <a:endParaRPr sz="615"/>
          </a:p>
        </p:txBody>
      </p:sp>
      <p:sp>
        <p:nvSpPr>
          <p:cNvPr id="128" name="Google Shape;128;p19"/>
          <p:cNvSpPr/>
          <p:nvPr/>
        </p:nvSpPr>
        <p:spPr>
          <a:xfrm>
            <a:off x="2276275" y="2008776"/>
            <a:ext cx="618300" cy="618300"/>
          </a:xfrm>
          <a:prstGeom prst="roundRect">
            <a:avLst>
              <a:gd fmla="val 16667" name="adj"/>
            </a:avLst>
          </a:prstGeom>
          <a:solidFill>
            <a:srgbClr val="4866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29" name="Google Shape;129;p19"/>
          <p:cNvSpPr txBox="1"/>
          <p:nvPr>
            <p:ph idx="4294967295" type="subTitle"/>
          </p:nvPr>
        </p:nvSpPr>
        <p:spPr>
          <a:xfrm>
            <a:off x="2277266" y="2977800"/>
            <a:ext cx="9243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#48660E </a:t>
            </a:r>
            <a:br>
              <a:rPr b="0" lang="cs" sz="615"/>
            </a:br>
            <a:r>
              <a:rPr b="0" lang="cs" sz="615"/>
              <a:t>CMYK: 71/38/100/28</a:t>
            </a:r>
            <a:endParaRPr b="0" sz="615"/>
          </a:p>
        </p:txBody>
      </p:sp>
      <p:sp>
        <p:nvSpPr>
          <p:cNvPr id="130" name="Google Shape;130;p19"/>
          <p:cNvSpPr txBox="1"/>
          <p:nvPr>
            <p:ph idx="4294967295" type="subTitle"/>
          </p:nvPr>
        </p:nvSpPr>
        <p:spPr>
          <a:xfrm>
            <a:off x="3155957"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(90)</a:t>
            </a:r>
            <a:endParaRPr sz="615"/>
          </a:p>
        </p:txBody>
      </p:sp>
      <p:sp>
        <p:nvSpPr>
          <p:cNvPr id="131" name="Google Shape;131;p19"/>
          <p:cNvSpPr/>
          <p:nvPr/>
        </p:nvSpPr>
        <p:spPr>
          <a:xfrm>
            <a:off x="3154957" y="2008776"/>
            <a:ext cx="618300" cy="618300"/>
          </a:xfrm>
          <a:prstGeom prst="roundRect">
            <a:avLst>
              <a:gd fmla="val 16667" name="adj"/>
            </a:avLst>
          </a:prstGeom>
          <a:solidFill>
            <a:srgbClr val="3C561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32" name="Google Shape;132;p19"/>
          <p:cNvSpPr txBox="1"/>
          <p:nvPr>
            <p:ph idx="4294967295" type="subTitle"/>
          </p:nvPr>
        </p:nvSpPr>
        <p:spPr>
          <a:xfrm>
            <a:off x="3155966" y="2977800"/>
            <a:ext cx="953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#3C5611 </a:t>
            </a:r>
            <a:br>
              <a:rPr b="0" lang="cs" sz="615"/>
            </a:br>
            <a:r>
              <a:rPr b="0" lang="cs" sz="615"/>
              <a:t>CMYK: 72/43/100/39</a:t>
            </a:r>
            <a:endParaRPr b="0" sz="615"/>
          </a:p>
        </p:txBody>
      </p:sp>
      <p:sp>
        <p:nvSpPr>
          <p:cNvPr id="133" name="Google Shape;133;p19"/>
          <p:cNvSpPr txBox="1"/>
          <p:nvPr>
            <p:ph idx="4294967295" type="subTitle"/>
          </p:nvPr>
        </p:nvSpPr>
        <p:spPr>
          <a:xfrm>
            <a:off x="4034625"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a:t>
            </a:r>
            <a:r>
              <a:rPr lang="cs" sz="615"/>
              <a:t>elená (95)</a:t>
            </a:r>
            <a:endParaRPr sz="615"/>
          </a:p>
        </p:txBody>
      </p:sp>
      <p:sp>
        <p:nvSpPr>
          <p:cNvPr id="134" name="Google Shape;134;p19"/>
          <p:cNvSpPr/>
          <p:nvPr/>
        </p:nvSpPr>
        <p:spPr>
          <a:xfrm>
            <a:off x="4033625" y="2008776"/>
            <a:ext cx="618300" cy="618300"/>
          </a:xfrm>
          <a:prstGeom prst="roundRect">
            <a:avLst>
              <a:gd fmla="val 16667" name="adj"/>
            </a:avLst>
          </a:prstGeom>
          <a:solidFill>
            <a:srgbClr val="7FBA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35" name="Google Shape;135;p19"/>
          <p:cNvSpPr txBox="1"/>
          <p:nvPr>
            <p:ph idx="4294967295" type="subTitle"/>
          </p:nvPr>
        </p:nvSpPr>
        <p:spPr>
          <a:xfrm>
            <a:off x="4034625" y="2977799"/>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#7FBA06 CMYK: 58/0/100/0</a:t>
            </a:r>
            <a:endParaRPr b="0" sz="615"/>
          </a:p>
        </p:txBody>
      </p:sp>
      <p:sp>
        <p:nvSpPr>
          <p:cNvPr id="136" name="Google Shape;136;p19"/>
          <p:cNvSpPr txBox="1"/>
          <p:nvPr>
            <p:ph idx="4294967295" type="subTitle"/>
          </p:nvPr>
        </p:nvSpPr>
        <p:spPr>
          <a:xfrm>
            <a:off x="5309245"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základní oranžová</a:t>
            </a:r>
            <a:endParaRPr sz="615"/>
          </a:p>
        </p:txBody>
      </p:sp>
      <p:sp>
        <p:nvSpPr>
          <p:cNvPr id="137" name="Google Shape;137;p19"/>
          <p:cNvSpPr/>
          <p:nvPr/>
        </p:nvSpPr>
        <p:spPr>
          <a:xfrm>
            <a:off x="5308245" y="2008776"/>
            <a:ext cx="618300" cy="618300"/>
          </a:xfrm>
          <a:prstGeom prst="roundRect">
            <a:avLst>
              <a:gd fmla="val 16667" name="adj"/>
            </a:avLst>
          </a:prstGeom>
          <a:solidFill>
            <a:srgbClr val="EF915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38" name="Google Shape;138;p19"/>
          <p:cNvSpPr txBox="1"/>
          <p:nvPr>
            <p:ph idx="4294967295" type="subTitle"/>
          </p:nvPr>
        </p:nvSpPr>
        <p:spPr>
          <a:xfrm>
            <a:off x="5309245" y="2977799"/>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#EF9155 CMYK: 3/51/73/0</a:t>
            </a:r>
            <a:endParaRPr b="0" sz="615"/>
          </a:p>
        </p:txBody>
      </p:sp>
      <p:sp>
        <p:nvSpPr>
          <p:cNvPr id="139" name="Google Shape;139;p19"/>
          <p:cNvSpPr txBox="1"/>
          <p:nvPr>
            <p:ph idx="4294967295" type="subTitle"/>
          </p:nvPr>
        </p:nvSpPr>
        <p:spPr>
          <a:xfrm>
            <a:off x="6187927"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světlá</a:t>
            </a:r>
            <a:r>
              <a:rPr lang="cs" sz="615"/>
              <a:t> oranžová</a:t>
            </a:r>
            <a:endParaRPr sz="615"/>
          </a:p>
        </p:txBody>
      </p:sp>
      <p:sp>
        <p:nvSpPr>
          <p:cNvPr id="140" name="Google Shape;140;p19"/>
          <p:cNvSpPr/>
          <p:nvPr/>
        </p:nvSpPr>
        <p:spPr>
          <a:xfrm>
            <a:off x="6186927" y="2008776"/>
            <a:ext cx="618300" cy="618300"/>
          </a:xfrm>
          <a:prstGeom prst="roundRect">
            <a:avLst>
              <a:gd fmla="val 16667" name="adj"/>
            </a:avLst>
          </a:prstGeom>
          <a:solidFill>
            <a:srgbClr val="EEE2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41" name="Google Shape;141;p19"/>
          <p:cNvSpPr txBox="1"/>
          <p:nvPr>
            <p:ph idx="4294967295" type="subTitle"/>
          </p:nvPr>
        </p:nvSpPr>
        <p:spPr>
          <a:xfrm>
            <a:off x="6187927" y="2977799"/>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a:t>
            </a:r>
            <a:r>
              <a:rPr b="0" lang="cs" sz="615">
                <a:solidFill>
                  <a:srgbClr val="000000"/>
                </a:solidFill>
              </a:rPr>
              <a:t>EEE2CB</a:t>
            </a:r>
            <a:r>
              <a:rPr b="0" lang="cs" sz="615"/>
              <a:t> CMYK: 9/11/23/0</a:t>
            </a:r>
            <a:endParaRPr b="0" sz="615"/>
          </a:p>
        </p:txBody>
      </p:sp>
      <p:sp>
        <p:nvSpPr>
          <p:cNvPr id="142" name="Google Shape;142;p19"/>
          <p:cNvSpPr txBox="1"/>
          <p:nvPr>
            <p:ph idx="4294967295" type="subTitle"/>
          </p:nvPr>
        </p:nvSpPr>
        <p:spPr>
          <a:xfrm>
            <a:off x="7067599" y="2748450"/>
            <a:ext cx="9243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tmavá modrozelená</a:t>
            </a:r>
            <a:endParaRPr sz="615"/>
          </a:p>
        </p:txBody>
      </p:sp>
      <p:sp>
        <p:nvSpPr>
          <p:cNvPr id="143" name="Google Shape;143;p19"/>
          <p:cNvSpPr/>
          <p:nvPr/>
        </p:nvSpPr>
        <p:spPr>
          <a:xfrm>
            <a:off x="7066602" y="2008776"/>
            <a:ext cx="618300" cy="618300"/>
          </a:xfrm>
          <a:prstGeom prst="roundRect">
            <a:avLst>
              <a:gd fmla="val 16667" name="adj"/>
            </a:avLst>
          </a:prstGeom>
          <a:solidFill>
            <a:srgbClr val="1B72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44" name="Google Shape;144;p19"/>
          <p:cNvSpPr txBox="1"/>
          <p:nvPr>
            <p:ph idx="4294967295" type="subTitle"/>
          </p:nvPr>
        </p:nvSpPr>
        <p:spPr>
          <a:xfrm>
            <a:off x="7067610" y="2977800"/>
            <a:ext cx="953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#1B7260 </a:t>
            </a:r>
            <a:br>
              <a:rPr b="0" lang="cs" sz="615"/>
            </a:br>
            <a:r>
              <a:rPr b="0" lang="cs" sz="615"/>
              <a:t>CMYK: 84/31/64/20</a:t>
            </a:r>
            <a:endParaRPr b="0" sz="615"/>
          </a:p>
        </p:txBody>
      </p:sp>
      <p:sp>
        <p:nvSpPr>
          <p:cNvPr id="145" name="Google Shape;145;p19"/>
          <p:cNvSpPr txBox="1"/>
          <p:nvPr>
            <p:ph idx="4294967295" type="subTitle"/>
          </p:nvPr>
        </p:nvSpPr>
        <p:spPr>
          <a:xfrm>
            <a:off x="481602" y="4147574"/>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a:t>
            </a:r>
            <a:r>
              <a:rPr lang="cs" sz="615"/>
              <a:t>elená (50)</a:t>
            </a:r>
            <a:endParaRPr sz="615"/>
          </a:p>
        </p:txBody>
      </p:sp>
      <p:sp>
        <p:nvSpPr>
          <p:cNvPr id="146" name="Google Shape;146;p19"/>
          <p:cNvSpPr/>
          <p:nvPr/>
        </p:nvSpPr>
        <p:spPr>
          <a:xfrm>
            <a:off x="480602" y="3407901"/>
            <a:ext cx="618300" cy="618300"/>
          </a:xfrm>
          <a:prstGeom prst="roundRect">
            <a:avLst>
              <a:gd fmla="val 16667" name="adj"/>
            </a:avLst>
          </a:prstGeom>
          <a:solidFill>
            <a:srgbClr val="97D50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47" name="Google Shape;147;p19"/>
          <p:cNvSpPr txBox="1"/>
          <p:nvPr>
            <p:ph idx="4294967295" type="subTitle"/>
          </p:nvPr>
        </p:nvSpPr>
        <p:spPr>
          <a:xfrm>
            <a:off x="481602"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#97D50D CMYK: 46/0/100/0</a:t>
            </a:r>
            <a:endParaRPr b="0" sz="615"/>
          </a:p>
        </p:txBody>
      </p:sp>
      <p:sp>
        <p:nvSpPr>
          <p:cNvPr id="148" name="Google Shape;148;p19"/>
          <p:cNvSpPr txBox="1"/>
          <p:nvPr>
            <p:ph idx="4294967295" type="subTitle"/>
          </p:nvPr>
        </p:nvSpPr>
        <p:spPr>
          <a:xfrm>
            <a:off x="1360284" y="4147574"/>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(40)</a:t>
            </a:r>
            <a:endParaRPr sz="615"/>
          </a:p>
        </p:txBody>
      </p:sp>
      <p:sp>
        <p:nvSpPr>
          <p:cNvPr id="149" name="Google Shape;149;p19"/>
          <p:cNvSpPr/>
          <p:nvPr/>
        </p:nvSpPr>
        <p:spPr>
          <a:xfrm>
            <a:off x="1359284" y="3407901"/>
            <a:ext cx="618300" cy="618300"/>
          </a:xfrm>
          <a:prstGeom prst="roundRect">
            <a:avLst>
              <a:gd fmla="val 16667" name="adj"/>
            </a:avLst>
          </a:prstGeom>
          <a:solidFill>
            <a:srgbClr val="B6EF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50" name="Google Shape;150;p19"/>
          <p:cNvSpPr txBox="1"/>
          <p:nvPr>
            <p:ph idx="4294967295" type="subTitle"/>
          </p:nvPr>
        </p:nvSpPr>
        <p:spPr>
          <a:xfrm>
            <a:off x="1360284"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#B6EF2C CMYK: 32/0/100/0</a:t>
            </a:r>
            <a:endParaRPr b="0" sz="615"/>
          </a:p>
        </p:txBody>
      </p:sp>
      <p:sp>
        <p:nvSpPr>
          <p:cNvPr id="151" name="Google Shape;151;p19"/>
          <p:cNvSpPr txBox="1"/>
          <p:nvPr>
            <p:ph idx="4294967295" type="subTitle"/>
          </p:nvPr>
        </p:nvSpPr>
        <p:spPr>
          <a:xfrm>
            <a:off x="2284677" y="4147574"/>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(30)</a:t>
            </a:r>
            <a:endParaRPr sz="615"/>
          </a:p>
        </p:txBody>
      </p:sp>
      <p:sp>
        <p:nvSpPr>
          <p:cNvPr id="152" name="Google Shape;152;p19"/>
          <p:cNvSpPr/>
          <p:nvPr/>
        </p:nvSpPr>
        <p:spPr>
          <a:xfrm>
            <a:off x="2283677" y="3407901"/>
            <a:ext cx="618300" cy="618300"/>
          </a:xfrm>
          <a:prstGeom prst="roundRect">
            <a:avLst>
              <a:gd fmla="val 16667" name="adj"/>
            </a:avLst>
          </a:prstGeom>
          <a:solidFill>
            <a:srgbClr val="CDF9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53" name="Google Shape;153;p19"/>
          <p:cNvSpPr txBox="1"/>
          <p:nvPr>
            <p:ph idx="4294967295" type="subTitle"/>
          </p:nvPr>
        </p:nvSpPr>
        <p:spPr>
          <a:xfrm>
            <a:off x="2284677"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#CDF95D CMYK: 24/0/80/0</a:t>
            </a:r>
            <a:endParaRPr b="0" sz="615"/>
          </a:p>
        </p:txBody>
      </p:sp>
      <p:sp>
        <p:nvSpPr>
          <p:cNvPr id="154" name="Google Shape;154;p19"/>
          <p:cNvSpPr txBox="1"/>
          <p:nvPr>
            <p:ph idx="4294967295" type="subTitle"/>
          </p:nvPr>
        </p:nvSpPr>
        <p:spPr>
          <a:xfrm>
            <a:off x="3163359" y="4147574"/>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(20)</a:t>
            </a:r>
            <a:endParaRPr sz="615"/>
          </a:p>
        </p:txBody>
      </p:sp>
      <p:sp>
        <p:nvSpPr>
          <p:cNvPr id="155" name="Google Shape;155;p19"/>
          <p:cNvSpPr/>
          <p:nvPr/>
        </p:nvSpPr>
        <p:spPr>
          <a:xfrm>
            <a:off x="3162359" y="3407901"/>
            <a:ext cx="618300" cy="618300"/>
          </a:xfrm>
          <a:prstGeom prst="roundRect">
            <a:avLst>
              <a:gd fmla="val 16667" name="adj"/>
            </a:avLst>
          </a:prstGeom>
          <a:solidFill>
            <a:srgbClr val="E3FE9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56" name="Google Shape;156;p19"/>
          <p:cNvSpPr txBox="1"/>
          <p:nvPr>
            <p:ph idx="4294967295" type="subTitle"/>
          </p:nvPr>
        </p:nvSpPr>
        <p:spPr>
          <a:xfrm>
            <a:off x="3163359"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#E3FE98 CMYK: 13/0/51/0</a:t>
            </a:r>
            <a:endParaRPr b="0" sz="615"/>
          </a:p>
        </p:txBody>
      </p:sp>
      <p:sp>
        <p:nvSpPr>
          <p:cNvPr id="157" name="Google Shape;157;p19"/>
          <p:cNvSpPr txBox="1"/>
          <p:nvPr>
            <p:ph idx="4294967295" type="subTitle"/>
          </p:nvPr>
        </p:nvSpPr>
        <p:spPr>
          <a:xfrm>
            <a:off x="4042027" y="4147574"/>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(10)</a:t>
            </a:r>
            <a:endParaRPr sz="615"/>
          </a:p>
        </p:txBody>
      </p:sp>
      <p:sp>
        <p:nvSpPr>
          <p:cNvPr id="158" name="Google Shape;158;p19"/>
          <p:cNvSpPr/>
          <p:nvPr/>
        </p:nvSpPr>
        <p:spPr>
          <a:xfrm>
            <a:off x="4041027" y="3407901"/>
            <a:ext cx="618300" cy="618300"/>
          </a:xfrm>
          <a:prstGeom prst="roundRect">
            <a:avLst>
              <a:gd fmla="val 16667" name="adj"/>
            </a:avLst>
          </a:prstGeom>
          <a:solidFill>
            <a:srgbClr val="F2FEC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59" name="Google Shape;159;p19"/>
          <p:cNvSpPr txBox="1"/>
          <p:nvPr>
            <p:ph idx="4294967295" type="subTitle"/>
          </p:nvPr>
        </p:nvSpPr>
        <p:spPr>
          <a:xfrm>
            <a:off x="4042027"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#F2FEC9 CMYK: 6/0/26/0</a:t>
            </a:r>
            <a:endParaRPr b="0" sz="615"/>
          </a:p>
        </p:txBody>
      </p:sp>
      <p:sp>
        <p:nvSpPr>
          <p:cNvPr id="160" name="Google Shape;160;p19"/>
          <p:cNvSpPr txBox="1"/>
          <p:nvPr>
            <p:ph idx="4294967295" type="subTitle"/>
          </p:nvPr>
        </p:nvSpPr>
        <p:spPr>
          <a:xfrm>
            <a:off x="5304700" y="4147575"/>
            <a:ext cx="7023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základní modrozelená</a:t>
            </a:r>
            <a:endParaRPr sz="615"/>
          </a:p>
        </p:txBody>
      </p:sp>
      <p:sp>
        <p:nvSpPr>
          <p:cNvPr id="161" name="Google Shape;161;p19"/>
          <p:cNvSpPr/>
          <p:nvPr/>
        </p:nvSpPr>
        <p:spPr>
          <a:xfrm>
            <a:off x="5303701" y="3407901"/>
            <a:ext cx="618300" cy="618300"/>
          </a:xfrm>
          <a:prstGeom prst="roundRect">
            <a:avLst>
              <a:gd fmla="val 16667" name="adj"/>
            </a:avLst>
          </a:prstGeom>
          <a:solidFill>
            <a:srgbClr val="28B1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62" name="Google Shape;162;p19"/>
          <p:cNvSpPr txBox="1"/>
          <p:nvPr>
            <p:ph idx="4294967295" type="subTitle"/>
          </p:nvPr>
        </p:nvSpPr>
        <p:spPr>
          <a:xfrm>
            <a:off x="5304701"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#28B195 CMYK: 75/4/53/0</a:t>
            </a:r>
            <a:endParaRPr b="0" sz="615"/>
          </a:p>
        </p:txBody>
      </p:sp>
      <p:sp>
        <p:nvSpPr>
          <p:cNvPr id="163" name="Google Shape;163;p19"/>
          <p:cNvSpPr txBox="1"/>
          <p:nvPr>
            <p:ph idx="4294967295" type="subTitle"/>
          </p:nvPr>
        </p:nvSpPr>
        <p:spPr>
          <a:xfrm>
            <a:off x="6184377" y="4147575"/>
            <a:ext cx="716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světlá modrozelená</a:t>
            </a:r>
            <a:endParaRPr sz="615"/>
          </a:p>
        </p:txBody>
      </p:sp>
      <p:sp>
        <p:nvSpPr>
          <p:cNvPr id="164" name="Google Shape;164;p19"/>
          <p:cNvSpPr/>
          <p:nvPr/>
        </p:nvSpPr>
        <p:spPr>
          <a:xfrm>
            <a:off x="6183369" y="3407901"/>
            <a:ext cx="618300" cy="618300"/>
          </a:xfrm>
          <a:prstGeom prst="roundRect">
            <a:avLst>
              <a:gd fmla="val 16667" name="adj"/>
            </a:avLst>
          </a:prstGeom>
          <a:solidFill>
            <a:srgbClr val="73C4B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65" name="Google Shape;165;p19"/>
          <p:cNvSpPr txBox="1"/>
          <p:nvPr>
            <p:ph idx="4294967295" type="subTitle"/>
          </p:nvPr>
        </p:nvSpPr>
        <p:spPr>
          <a:xfrm>
            <a:off x="6184369"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#73C4B8 CMYK: 54/2/33/0</a:t>
            </a:r>
            <a:endParaRPr b="0" sz="615"/>
          </a:p>
        </p:txBody>
      </p:sp>
      <p:sp>
        <p:nvSpPr>
          <p:cNvPr id="166" name="Google Shape;166;p19"/>
          <p:cNvSpPr txBox="1"/>
          <p:nvPr>
            <p:ph idx="4294967295" type="subTitle"/>
          </p:nvPr>
        </p:nvSpPr>
        <p:spPr>
          <a:xfrm>
            <a:off x="7063051" y="4147574"/>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tmavá fialová</a:t>
            </a:r>
            <a:endParaRPr sz="615"/>
          </a:p>
        </p:txBody>
      </p:sp>
      <p:sp>
        <p:nvSpPr>
          <p:cNvPr id="167" name="Google Shape;167;p19"/>
          <p:cNvSpPr/>
          <p:nvPr/>
        </p:nvSpPr>
        <p:spPr>
          <a:xfrm>
            <a:off x="7062051" y="3407901"/>
            <a:ext cx="618300" cy="618300"/>
          </a:xfrm>
          <a:prstGeom prst="roundRect">
            <a:avLst>
              <a:gd fmla="val 16667" name="adj"/>
            </a:avLst>
          </a:prstGeom>
          <a:solidFill>
            <a:srgbClr val="6A447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8B195"/>
              </a:solidFill>
              <a:latin typeface="Host Grotesk"/>
              <a:ea typeface="Host Grotesk"/>
              <a:cs typeface="Host Grotesk"/>
              <a:sym typeface="Host Grotesk"/>
            </a:endParaRPr>
          </a:p>
        </p:txBody>
      </p:sp>
      <p:sp>
        <p:nvSpPr>
          <p:cNvPr id="168" name="Google Shape;168;p19"/>
          <p:cNvSpPr txBox="1"/>
          <p:nvPr>
            <p:ph idx="4294967295" type="subTitle"/>
          </p:nvPr>
        </p:nvSpPr>
        <p:spPr>
          <a:xfrm>
            <a:off x="7063051"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#6A4478 CMYK: 67/80/24/9</a:t>
            </a:r>
            <a:endParaRPr b="0" sz="615"/>
          </a:p>
        </p:txBody>
      </p:sp>
      <p:sp>
        <p:nvSpPr>
          <p:cNvPr id="169" name="Google Shape;169;p19"/>
          <p:cNvSpPr txBox="1"/>
          <p:nvPr>
            <p:ph idx="4294967295" type="subTitle"/>
          </p:nvPr>
        </p:nvSpPr>
        <p:spPr>
          <a:xfrm>
            <a:off x="7942725" y="4147575"/>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světlá fialová</a:t>
            </a:r>
            <a:endParaRPr sz="615"/>
          </a:p>
        </p:txBody>
      </p:sp>
      <p:sp>
        <p:nvSpPr>
          <p:cNvPr id="170" name="Google Shape;170;p19"/>
          <p:cNvSpPr/>
          <p:nvPr/>
        </p:nvSpPr>
        <p:spPr>
          <a:xfrm>
            <a:off x="7941726" y="3407901"/>
            <a:ext cx="618300" cy="618300"/>
          </a:xfrm>
          <a:prstGeom prst="roundRect">
            <a:avLst>
              <a:gd fmla="val 16667" name="adj"/>
            </a:avLst>
          </a:prstGeom>
          <a:solidFill>
            <a:srgbClr val="BDAB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71" name="Google Shape;171;p19"/>
          <p:cNvSpPr txBox="1"/>
          <p:nvPr>
            <p:ph idx="4294967295" type="subTitle"/>
          </p:nvPr>
        </p:nvSpPr>
        <p:spPr>
          <a:xfrm>
            <a:off x="7942726" y="4376924"/>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#BDABC4</a:t>
            </a:r>
            <a:br>
              <a:rPr b="0" lang="cs" sz="615"/>
            </a:br>
            <a:r>
              <a:rPr b="0" lang="cs" sz="615"/>
              <a:t>CMYK: 30/34/12/0</a:t>
            </a:r>
            <a:endParaRPr b="0" sz="615"/>
          </a:p>
        </p:txBody>
      </p:sp>
      <p:sp>
        <p:nvSpPr>
          <p:cNvPr id="172" name="Google Shape;172;p19"/>
          <p:cNvSpPr txBox="1"/>
          <p:nvPr>
            <p:ph idx="4294967295" type="subTitle"/>
          </p:nvPr>
        </p:nvSpPr>
        <p:spPr>
          <a:xfrm>
            <a:off x="481607"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zelená (70)</a:t>
            </a:r>
            <a:endParaRPr sz="615"/>
          </a:p>
        </p:txBody>
      </p:sp>
      <p:sp>
        <p:nvSpPr>
          <p:cNvPr id="173" name="Google Shape;173;p19"/>
          <p:cNvSpPr txBox="1"/>
          <p:nvPr>
            <p:ph idx="4294967295" type="subTitle"/>
          </p:nvPr>
        </p:nvSpPr>
        <p:spPr>
          <a:xfrm>
            <a:off x="5274775" y="1536300"/>
            <a:ext cx="3552600" cy="243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815"/>
              <a:t>Doplňkové barvy</a:t>
            </a:r>
            <a:endParaRPr sz="81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Brandové neutrální barvy</a:t>
            </a:r>
            <a:endParaRPr/>
          </a:p>
        </p:txBody>
      </p:sp>
      <p:sp>
        <p:nvSpPr>
          <p:cNvPr id="179" name="Google Shape;179;p20"/>
          <p:cNvSpPr txBox="1"/>
          <p:nvPr>
            <p:ph idx="4294967295" type="subTitle"/>
          </p:nvPr>
        </p:nvSpPr>
        <p:spPr>
          <a:xfrm>
            <a:off x="613825" y="2748450"/>
            <a:ext cx="782400" cy="229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Pozadí světlá (30)</a:t>
            </a:r>
            <a:endParaRPr sz="615"/>
          </a:p>
        </p:txBody>
      </p:sp>
      <p:sp>
        <p:nvSpPr>
          <p:cNvPr id="180" name="Google Shape;180;p20"/>
          <p:cNvSpPr/>
          <p:nvPr/>
        </p:nvSpPr>
        <p:spPr>
          <a:xfrm>
            <a:off x="612833" y="2008776"/>
            <a:ext cx="618300" cy="618300"/>
          </a:xfrm>
          <a:prstGeom prst="roundRect">
            <a:avLst>
              <a:gd fmla="val 16667" name="adj"/>
            </a:avLst>
          </a:prstGeom>
          <a:solidFill>
            <a:srgbClr val="E5E2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81" name="Google Shape;181;p20"/>
          <p:cNvSpPr txBox="1"/>
          <p:nvPr>
            <p:ph idx="4294967295" type="subTitle"/>
          </p:nvPr>
        </p:nvSpPr>
        <p:spPr>
          <a:xfrm>
            <a:off x="613833" y="2977799"/>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#E5E2DC CMYK: 12/10/14/0 </a:t>
            </a:r>
            <a:endParaRPr b="0" sz="615"/>
          </a:p>
        </p:txBody>
      </p:sp>
      <p:sp>
        <p:nvSpPr>
          <p:cNvPr id="182" name="Google Shape;182;p20"/>
          <p:cNvSpPr txBox="1"/>
          <p:nvPr>
            <p:ph idx="4294967295" type="subTitle"/>
          </p:nvPr>
        </p:nvSpPr>
        <p:spPr>
          <a:xfrm>
            <a:off x="1492516"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Clr>
                <a:schemeClr val="dk1"/>
              </a:buClr>
              <a:buSzPts val="1100"/>
              <a:buFont typeface="Arial"/>
              <a:buNone/>
            </a:pPr>
            <a:r>
              <a:rPr lang="cs" sz="615"/>
              <a:t>Pozadí tmavší (40)</a:t>
            </a:r>
            <a:endParaRPr sz="615"/>
          </a:p>
        </p:txBody>
      </p:sp>
      <p:sp>
        <p:nvSpPr>
          <p:cNvPr id="183" name="Google Shape;183;p20"/>
          <p:cNvSpPr/>
          <p:nvPr/>
        </p:nvSpPr>
        <p:spPr>
          <a:xfrm>
            <a:off x="1491516" y="2008776"/>
            <a:ext cx="618300" cy="618300"/>
          </a:xfrm>
          <a:prstGeom prst="roundRect">
            <a:avLst>
              <a:gd fmla="val 16667" name="adj"/>
            </a:avLst>
          </a:prstGeom>
          <a:solidFill>
            <a:srgbClr val="DDD9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84" name="Google Shape;184;p20"/>
          <p:cNvSpPr txBox="1"/>
          <p:nvPr>
            <p:ph idx="4294967295" type="subTitle"/>
          </p:nvPr>
        </p:nvSpPr>
        <p:spPr>
          <a:xfrm>
            <a:off x="1492525" y="2977800"/>
            <a:ext cx="9243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#DDD9D1 </a:t>
            </a:r>
            <a:br>
              <a:rPr b="0" lang="cs" sz="615"/>
            </a:br>
            <a:r>
              <a:rPr b="0" lang="cs" sz="615"/>
              <a:t>CMYK: 16/13/18/0</a:t>
            </a:r>
            <a:endParaRPr b="0" sz="615"/>
          </a:p>
        </p:txBody>
      </p:sp>
      <p:sp>
        <p:nvSpPr>
          <p:cNvPr id="185" name="Google Shape;185;p20"/>
          <p:cNvSpPr txBox="1"/>
          <p:nvPr>
            <p:ph idx="4294967295" type="subTitle"/>
          </p:nvPr>
        </p:nvSpPr>
        <p:spPr>
          <a:xfrm>
            <a:off x="2416908"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Clr>
                <a:schemeClr val="dk1"/>
              </a:buClr>
              <a:buSzPts val="1100"/>
              <a:buFont typeface="Arial"/>
              <a:buNone/>
            </a:pPr>
            <a:r>
              <a:rPr lang="cs" sz="615"/>
              <a:t>Pozadí linka (60)</a:t>
            </a:r>
            <a:endParaRPr sz="615"/>
          </a:p>
        </p:txBody>
      </p:sp>
      <p:sp>
        <p:nvSpPr>
          <p:cNvPr id="186" name="Google Shape;186;p20"/>
          <p:cNvSpPr/>
          <p:nvPr/>
        </p:nvSpPr>
        <p:spPr>
          <a:xfrm>
            <a:off x="2415908" y="2008776"/>
            <a:ext cx="618300" cy="618300"/>
          </a:xfrm>
          <a:prstGeom prst="roundRect">
            <a:avLst>
              <a:gd fmla="val 16667" name="adj"/>
            </a:avLst>
          </a:prstGeom>
          <a:solidFill>
            <a:srgbClr val="C8C4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87" name="Google Shape;187;p20"/>
          <p:cNvSpPr txBox="1"/>
          <p:nvPr>
            <p:ph idx="4294967295" type="subTitle"/>
          </p:nvPr>
        </p:nvSpPr>
        <p:spPr>
          <a:xfrm>
            <a:off x="2416899" y="2977800"/>
            <a:ext cx="9243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#C8C4BC </a:t>
            </a:r>
            <a:br>
              <a:rPr b="0" lang="cs" sz="615"/>
            </a:br>
            <a:r>
              <a:rPr b="0" lang="cs" sz="615"/>
              <a:t>CMYK: 25/20/25/3</a:t>
            </a:r>
            <a:endParaRPr b="0" sz="615"/>
          </a:p>
        </p:txBody>
      </p:sp>
      <p:sp>
        <p:nvSpPr>
          <p:cNvPr id="188" name="Google Shape;188;p20"/>
          <p:cNvSpPr txBox="1"/>
          <p:nvPr>
            <p:ph idx="4294967295" type="subTitle"/>
          </p:nvPr>
        </p:nvSpPr>
        <p:spPr>
          <a:xfrm>
            <a:off x="3295601" y="2748450"/>
            <a:ext cx="6246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Černá </a:t>
            </a:r>
            <a:br>
              <a:rPr lang="cs" sz="615"/>
            </a:br>
            <a:r>
              <a:rPr lang="cs" sz="615"/>
              <a:t>(pro tisk rich)  </a:t>
            </a:r>
            <a:endParaRPr sz="615"/>
          </a:p>
        </p:txBody>
      </p:sp>
      <p:sp>
        <p:nvSpPr>
          <p:cNvPr id="189" name="Google Shape;189;p20"/>
          <p:cNvSpPr/>
          <p:nvPr/>
        </p:nvSpPr>
        <p:spPr>
          <a:xfrm>
            <a:off x="3294591" y="2008776"/>
            <a:ext cx="618300" cy="6183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90" name="Google Shape;190;p20"/>
          <p:cNvSpPr txBox="1"/>
          <p:nvPr>
            <p:ph idx="4294967295" type="subTitle"/>
          </p:nvPr>
        </p:nvSpPr>
        <p:spPr>
          <a:xfrm>
            <a:off x="3295600" y="2977800"/>
            <a:ext cx="953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#000000 </a:t>
            </a:r>
            <a:br>
              <a:rPr b="0" lang="cs" sz="615"/>
            </a:br>
            <a:r>
              <a:rPr b="0" lang="cs" sz="615"/>
              <a:t>CMYK: 30/30/30/100</a:t>
            </a:r>
            <a:endParaRPr b="0" sz="615"/>
          </a:p>
        </p:txBody>
      </p:sp>
      <p:sp>
        <p:nvSpPr>
          <p:cNvPr id="191" name="Google Shape;191;p20"/>
          <p:cNvSpPr txBox="1"/>
          <p:nvPr>
            <p:ph idx="4294967295" type="subTitle"/>
          </p:nvPr>
        </p:nvSpPr>
        <p:spPr>
          <a:xfrm>
            <a:off x="4174258" y="2748449"/>
            <a:ext cx="5601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cs" sz="615"/>
              <a:t>Bílá</a:t>
            </a:r>
            <a:endParaRPr sz="615"/>
          </a:p>
        </p:txBody>
      </p:sp>
      <p:sp>
        <p:nvSpPr>
          <p:cNvPr id="192" name="Google Shape;192;p20"/>
          <p:cNvSpPr/>
          <p:nvPr/>
        </p:nvSpPr>
        <p:spPr>
          <a:xfrm>
            <a:off x="4173258" y="2008776"/>
            <a:ext cx="618300" cy="618300"/>
          </a:xfrm>
          <a:prstGeom prst="roundRect">
            <a:avLst>
              <a:gd fmla="val 16667" name="adj"/>
            </a:avLst>
          </a:prstGeom>
          <a:solidFill>
            <a:schemeClr val="lt1"/>
          </a:solid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ost Grotesk"/>
              <a:ea typeface="Host Grotesk"/>
              <a:cs typeface="Host Grotesk"/>
              <a:sym typeface="Host Grotesk"/>
            </a:endParaRPr>
          </a:p>
        </p:txBody>
      </p:sp>
      <p:sp>
        <p:nvSpPr>
          <p:cNvPr id="193" name="Google Shape;193;p20"/>
          <p:cNvSpPr txBox="1"/>
          <p:nvPr>
            <p:ph idx="4294967295" type="subTitle"/>
          </p:nvPr>
        </p:nvSpPr>
        <p:spPr>
          <a:xfrm>
            <a:off x="4174258" y="2977799"/>
            <a:ext cx="832800" cy="20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b="0" lang="cs" sz="615"/>
              <a:t>HEX: #FFFFFF CMYK: 0/0/0/0</a:t>
            </a:r>
            <a:endParaRPr b="0" sz="615"/>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Brand font</a:t>
            </a:r>
            <a:endParaRPr/>
          </a:p>
        </p:txBody>
      </p:sp>
      <p:sp>
        <p:nvSpPr>
          <p:cNvPr id="199" name="Google Shape;199;p21"/>
          <p:cNvSpPr txBox="1"/>
          <p:nvPr>
            <p:ph type="title"/>
          </p:nvPr>
        </p:nvSpPr>
        <p:spPr>
          <a:xfrm>
            <a:off x="450000" y="1705445"/>
            <a:ext cx="8377500" cy="458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4620"/>
              <a:t>Host Grotesk</a:t>
            </a:r>
            <a:endParaRPr sz="4620"/>
          </a:p>
        </p:txBody>
      </p:sp>
      <p:sp>
        <p:nvSpPr>
          <p:cNvPr id="200" name="Google Shape;200;p21"/>
          <p:cNvSpPr txBox="1"/>
          <p:nvPr/>
        </p:nvSpPr>
        <p:spPr>
          <a:xfrm>
            <a:off x="430725" y="916625"/>
            <a:ext cx="8377500" cy="2304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215">
                <a:latin typeface="Host Grotesk"/>
                <a:ea typeface="Host Grotesk"/>
                <a:cs typeface="Host Grotesk"/>
                <a:sym typeface="Host Grotesk"/>
              </a:rPr>
              <a:t>Pro veškerou komunikaci značky Logio používáme font</a:t>
            </a:r>
            <a:r>
              <a:rPr b="1" lang="cs" sz="1215">
                <a:latin typeface="Host Grotesk"/>
                <a:ea typeface="Host Grotesk"/>
                <a:cs typeface="Host Grotesk"/>
                <a:sym typeface="Host Grotesk"/>
              </a:rPr>
              <a:t> </a:t>
            </a:r>
            <a:r>
              <a:rPr b="1" lang="cs" sz="1215" u="sng">
                <a:solidFill>
                  <a:schemeClr val="accent3"/>
                </a:solidFill>
                <a:latin typeface="Host Grotesk"/>
                <a:ea typeface="Host Grotesk"/>
                <a:cs typeface="Host Grotesk"/>
                <a:sym typeface="Host Grotesk"/>
                <a:hlinkClick r:id="rId3">
                  <a:extLst>
                    <a:ext uri="{A12FA001-AC4F-418D-AE19-62706E023703}">
                      <ahyp:hlinkClr val="tx"/>
                    </a:ext>
                  </a:extLst>
                </a:hlinkClick>
              </a:rPr>
              <a:t>Host Grotesk</a:t>
            </a:r>
            <a:r>
              <a:rPr lang="cs" sz="1215">
                <a:latin typeface="Host Grotesk"/>
                <a:ea typeface="Host Grotesk"/>
                <a:cs typeface="Host Grotesk"/>
                <a:sym typeface="Host Grotesk"/>
              </a:rPr>
              <a:t> (Google Fonts).</a:t>
            </a:r>
            <a:endParaRPr sz="1215">
              <a:latin typeface="Host Grotesk"/>
              <a:ea typeface="Host Grotesk"/>
              <a:cs typeface="Host Grotesk"/>
              <a:sym typeface="Host Grotesk"/>
            </a:endParaRPr>
          </a:p>
        </p:txBody>
      </p:sp>
      <p:sp>
        <p:nvSpPr>
          <p:cNvPr id="201" name="Google Shape;201;p21"/>
          <p:cNvSpPr txBox="1"/>
          <p:nvPr/>
        </p:nvSpPr>
        <p:spPr>
          <a:xfrm>
            <a:off x="450000" y="2206575"/>
            <a:ext cx="8377500" cy="27426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200"/>
              </a:spcBef>
              <a:spcAft>
                <a:spcPts val="0"/>
              </a:spcAft>
              <a:buSzPts val="1100"/>
              <a:buNone/>
            </a:pPr>
            <a:r>
              <a:rPr lang="cs" sz="1200">
                <a:solidFill>
                  <a:schemeClr val="dk1"/>
                </a:solidFill>
                <a:latin typeface="Host Grotesk"/>
                <a:ea typeface="Host Grotesk"/>
                <a:cs typeface="Host Grotesk"/>
                <a:sym typeface="Host Grotesk"/>
              </a:rPr>
              <a:t>Moderní bezpatkové písmo, které podporuje čitelnost, přehlednost a současně působí profesionálně a technologicky.</a:t>
            </a:r>
            <a:endParaRPr b="1" sz="12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0"/>
              </a:spcAft>
              <a:buClr>
                <a:schemeClr val="dk1"/>
              </a:buClr>
              <a:buSzPts val="1100"/>
              <a:buFont typeface="Arial"/>
              <a:buNone/>
            </a:pPr>
            <a:r>
              <a:rPr b="1" lang="cs" sz="1200">
                <a:solidFill>
                  <a:schemeClr val="dk1"/>
                </a:solidFill>
                <a:latin typeface="Host Grotesk"/>
                <a:ea typeface="Host Grotesk"/>
                <a:cs typeface="Host Grotesk"/>
                <a:sym typeface="Host Grotesk"/>
              </a:rPr>
              <a:t>Základní principy použití</a:t>
            </a:r>
            <a:endParaRPr b="1" sz="1200">
              <a:solidFill>
                <a:schemeClr val="dk1"/>
              </a:solidFill>
              <a:latin typeface="Host Grotesk"/>
              <a:ea typeface="Host Grotesk"/>
              <a:cs typeface="Host Grotesk"/>
              <a:sym typeface="Host Grotesk"/>
            </a:endParaRPr>
          </a:p>
          <a:p>
            <a:pPr indent="-292100" lvl="0" marL="457200" rtl="0" algn="l">
              <a:lnSpc>
                <a:spcPct val="115000"/>
              </a:lnSpc>
              <a:spcBef>
                <a:spcPts val="120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Konzistence</a:t>
            </a:r>
            <a:r>
              <a:rPr lang="cs" sz="1000">
                <a:solidFill>
                  <a:schemeClr val="dk1"/>
                </a:solidFill>
                <a:latin typeface="Host Grotesk"/>
                <a:ea typeface="Host Grotesk"/>
                <a:cs typeface="Host Grotesk"/>
                <a:sym typeface="Host Grotesk"/>
              </a:rPr>
              <a:t> – používat napříč všemi výstupy (prezentace, web, dokumenty, grafika)</a:t>
            </a:r>
            <a:endParaRPr sz="10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Jednoduchost</a:t>
            </a:r>
            <a:r>
              <a:rPr lang="cs" sz="1000">
                <a:solidFill>
                  <a:schemeClr val="dk1"/>
                </a:solidFill>
                <a:latin typeface="Host Grotesk"/>
                <a:ea typeface="Host Grotesk"/>
                <a:cs typeface="Host Grotesk"/>
                <a:sym typeface="Host Grotesk"/>
              </a:rPr>
              <a:t> – nekombinovat s jinými fonty, pokud není výslovně definováno</a:t>
            </a:r>
            <a:endParaRPr sz="10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Čitelnost</a:t>
            </a:r>
            <a:r>
              <a:rPr lang="cs" sz="1000">
                <a:solidFill>
                  <a:schemeClr val="dk1"/>
                </a:solidFill>
                <a:latin typeface="Host Grotesk"/>
                <a:ea typeface="Host Grotesk"/>
                <a:cs typeface="Host Grotesk"/>
                <a:sym typeface="Host Grotesk"/>
              </a:rPr>
              <a:t> – preferovat dostatečné velikosti a kontrast</a:t>
            </a:r>
            <a:endParaRPr sz="10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0"/>
              </a:spcAft>
              <a:buClr>
                <a:schemeClr val="dk1"/>
              </a:buClr>
              <a:buSzPts val="1100"/>
              <a:buFont typeface="Arial"/>
              <a:buNone/>
            </a:pPr>
            <a:r>
              <a:rPr b="1" lang="cs" sz="1200">
                <a:solidFill>
                  <a:schemeClr val="dk1"/>
                </a:solidFill>
                <a:latin typeface="Host Grotesk"/>
                <a:ea typeface="Host Grotesk"/>
                <a:cs typeface="Host Grotesk"/>
                <a:sym typeface="Host Grotesk"/>
              </a:rPr>
              <a:t>Použití v praxi</a:t>
            </a:r>
            <a:endParaRPr b="1" sz="1200">
              <a:solidFill>
                <a:schemeClr val="dk1"/>
              </a:solidFill>
              <a:latin typeface="Host Grotesk"/>
              <a:ea typeface="Host Grotesk"/>
              <a:cs typeface="Host Grotesk"/>
              <a:sym typeface="Host Grotesk"/>
            </a:endParaRPr>
          </a:p>
          <a:p>
            <a:pPr indent="-292100" lvl="0" marL="457200" rtl="0" algn="l">
              <a:lnSpc>
                <a:spcPct val="115000"/>
              </a:lnSpc>
              <a:spcBef>
                <a:spcPts val="120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Nadpisy:</a:t>
            </a:r>
            <a:r>
              <a:rPr lang="cs" sz="1000">
                <a:solidFill>
                  <a:schemeClr val="dk1"/>
                </a:solidFill>
                <a:latin typeface="Host Grotesk"/>
                <a:ea typeface="Host Grotesk"/>
                <a:cs typeface="Host Grotesk"/>
                <a:sym typeface="Host Grotesk"/>
              </a:rPr>
              <a:t> SemiBold / Bold</a:t>
            </a:r>
            <a:endParaRPr sz="10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Podnadpisy:</a:t>
            </a:r>
            <a:r>
              <a:rPr lang="cs" sz="1000">
                <a:solidFill>
                  <a:schemeClr val="dk1"/>
                </a:solidFill>
                <a:latin typeface="Host Grotesk"/>
                <a:ea typeface="Host Grotesk"/>
                <a:cs typeface="Host Grotesk"/>
                <a:sym typeface="Host Grotesk"/>
              </a:rPr>
              <a:t> Medium / Regular</a:t>
            </a:r>
            <a:endParaRPr sz="10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Běžný text:</a:t>
            </a:r>
            <a:r>
              <a:rPr lang="cs" sz="1000">
                <a:solidFill>
                  <a:schemeClr val="dk1"/>
                </a:solidFill>
                <a:latin typeface="Host Grotesk"/>
                <a:ea typeface="Host Grotesk"/>
                <a:cs typeface="Host Grotesk"/>
                <a:sym typeface="Host Grotesk"/>
              </a:rPr>
              <a:t> Regular</a:t>
            </a:r>
            <a:endParaRPr sz="10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000">
                <a:solidFill>
                  <a:schemeClr val="dk1"/>
                </a:solidFill>
                <a:latin typeface="Host Grotesk"/>
                <a:ea typeface="Host Grotesk"/>
                <a:cs typeface="Host Grotesk"/>
                <a:sym typeface="Host Grotesk"/>
              </a:rPr>
              <a:t>Popisky, poznámky:</a:t>
            </a:r>
            <a:r>
              <a:rPr lang="cs" sz="1000">
                <a:solidFill>
                  <a:schemeClr val="dk1"/>
                </a:solidFill>
                <a:latin typeface="Host Grotesk"/>
                <a:ea typeface="Host Grotesk"/>
                <a:cs typeface="Host Grotesk"/>
                <a:sym typeface="Host Grotesk"/>
              </a:rPr>
              <a:t> Regular / Medium (menší velikost)</a:t>
            </a:r>
            <a:endParaRPr sz="1000">
              <a:solidFill>
                <a:schemeClr val="dk1"/>
              </a:solidFill>
              <a:latin typeface="Host Grotesk"/>
              <a:ea typeface="Host Grotesk"/>
              <a:cs typeface="Host Grotesk"/>
              <a:sym typeface="Host Grotesk"/>
            </a:endParaRPr>
          </a:p>
          <a:p>
            <a:pPr indent="0" lvl="0" marL="0" rtl="0" algn="l">
              <a:lnSpc>
                <a:spcPct val="100000"/>
              </a:lnSpc>
              <a:spcBef>
                <a:spcPts val="1200"/>
              </a:spcBef>
              <a:spcAft>
                <a:spcPts val="0"/>
              </a:spcAft>
              <a:buSzPts val="440"/>
              <a:buNone/>
            </a:pPr>
            <a:r>
              <a:t/>
            </a:r>
            <a:endParaRPr sz="1215">
              <a:latin typeface="Host Grotesk"/>
              <a:ea typeface="Host Grotesk"/>
              <a:cs typeface="Host Grotesk"/>
              <a:sym typeface="Host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Brand font</a:t>
            </a:r>
            <a:endParaRPr/>
          </a:p>
        </p:txBody>
      </p:sp>
      <p:sp>
        <p:nvSpPr>
          <p:cNvPr id="207" name="Google Shape;207;p22"/>
          <p:cNvSpPr txBox="1"/>
          <p:nvPr>
            <p:ph type="title"/>
          </p:nvPr>
        </p:nvSpPr>
        <p:spPr>
          <a:xfrm>
            <a:off x="450000" y="1705445"/>
            <a:ext cx="8377500" cy="458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4620"/>
              <a:t>Host Grotesk</a:t>
            </a:r>
            <a:endParaRPr sz="3020"/>
          </a:p>
        </p:txBody>
      </p:sp>
      <p:sp>
        <p:nvSpPr>
          <p:cNvPr id="208" name="Google Shape;208;p22"/>
          <p:cNvSpPr txBox="1"/>
          <p:nvPr/>
        </p:nvSpPr>
        <p:spPr>
          <a:xfrm>
            <a:off x="430725" y="916625"/>
            <a:ext cx="8377500" cy="2304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215">
                <a:latin typeface="Host Grotesk"/>
                <a:ea typeface="Host Grotesk"/>
                <a:cs typeface="Host Grotesk"/>
                <a:sym typeface="Host Grotesk"/>
              </a:rPr>
              <a:t>Pro veškerou komunikaci značky Logio používáme font</a:t>
            </a:r>
            <a:r>
              <a:rPr b="1" lang="cs" sz="1215">
                <a:latin typeface="Host Grotesk"/>
                <a:ea typeface="Host Grotesk"/>
                <a:cs typeface="Host Grotesk"/>
                <a:sym typeface="Host Grotesk"/>
              </a:rPr>
              <a:t> </a:t>
            </a:r>
            <a:r>
              <a:rPr b="1" lang="cs" sz="1215" u="sng">
                <a:solidFill>
                  <a:schemeClr val="accent3"/>
                </a:solidFill>
                <a:latin typeface="Host Grotesk"/>
                <a:ea typeface="Host Grotesk"/>
                <a:cs typeface="Host Grotesk"/>
                <a:sym typeface="Host Grotesk"/>
                <a:hlinkClick r:id="rId3">
                  <a:extLst>
                    <a:ext uri="{A12FA001-AC4F-418D-AE19-62706E023703}">
                      <ahyp:hlinkClr val="tx"/>
                    </a:ext>
                  </a:extLst>
                </a:hlinkClick>
              </a:rPr>
              <a:t>Host Grotesk</a:t>
            </a:r>
            <a:r>
              <a:rPr lang="cs" sz="1215">
                <a:latin typeface="Host Grotesk"/>
                <a:ea typeface="Host Grotesk"/>
                <a:cs typeface="Host Grotesk"/>
                <a:sym typeface="Host Grotesk"/>
              </a:rPr>
              <a:t> (Google Fonts).</a:t>
            </a:r>
            <a:endParaRPr sz="1215">
              <a:latin typeface="Host Grotesk"/>
              <a:ea typeface="Host Grotesk"/>
              <a:cs typeface="Host Grotesk"/>
              <a:sym typeface="Host Grotesk"/>
            </a:endParaRPr>
          </a:p>
        </p:txBody>
      </p:sp>
      <p:sp>
        <p:nvSpPr>
          <p:cNvPr id="209" name="Google Shape;209;p22"/>
          <p:cNvSpPr txBox="1"/>
          <p:nvPr/>
        </p:nvSpPr>
        <p:spPr>
          <a:xfrm>
            <a:off x="450000" y="2692883"/>
            <a:ext cx="8377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Light"/>
                <a:ea typeface="Host Grotesk Light"/>
                <a:cs typeface="Host Grotesk Light"/>
                <a:sym typeface="Host Grotesk Light"/>
              </a:rPr>
              <a:t>A B C D E F G H I J K L M N O P Q R S T U V W X Y Z</a:t>
            </a:r>
            <a:endParaRPr sz="1115">
              <a:latin typeface="Host Grotesk Light"/>
              <a:ea typeface="Host Grotesk Light"/>
              <a:cs typeface="Host Grotesk Light"/>
              <a:sym typeface="Host Grotesk Light"/>
            </a:endParaRPr>
          </a:p>
        </p:txBody>
      </p:sp>
      <p:sp>
        <p:nvSpPr>
          <p:cNvPr id="210" name="Google Shape;210;p22"/>
          <p:cNvSpPr txBox="1"/>
          <p:nvPr/>
        </p:nvSpPr>
        <p:spPr>
          <a:xfrm>
            <a:off x="450000" y="2969600"/>
            <a:ext cx="40098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Light"/>
                <a:ea typeface="Host Grotesk Light"/>
                <a:cs typeface="Host Grotesk Light"/>
                <a:sym typeface="Host Grotesk Light"/>
              </a:rPr>
              <a:t>a b c d e f g h i j k l m n o p q r s t u v w x y z</a:t>
            </a:r>
            <a:endParaRPr sz="1115">
              <a:latin typeface="Host Grotesk Light"/>
              <a:ea typeface="Host Grotesk Light"/>
              <a:cs typeface="Host Grotesk Light"/>
              <a:sym typeface="Host Grotesk Light"/>
            </a:endParaRPr>
          </a:p>
        </p:txBody>
      </p:sp>
      <p:sp>
        <p:nvSpPr>
          <p:cNvPr id="211" name="Google Shape;211;p22"/>
          <p:cNvSpPr txBox="1"/>
          <p:nvPr>
            <p:ph type="title"/>
          </p:nvPr>
        </p:nvSpPr>
        <p:spPr>
          <a:xfrm>
            <a:off x="450000" y="2436185"/>
            <a:ext cx="8377500" cy="230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1820">
                <a:solidFill>
                  <a:srgbClr val="B6EF2C"/>
                </a:solidFill>
              </a:rPr>
              <a:t>Light</a:t>
            </a:r>
            <a:endParaRPr sz="1820">
              <a:solidFill>
                <a:srgbClr val="B6EF2C"/>
              </a:solidFill>
            </a:endParaRPr>
          </a:p>
        </p:txBody>
      </p:sp>
      <p:sp>
        <p:nvSpPr>
          <p:cNvPr id="212" name="Google Shape;212;p22"/>
          <p:cNvSpPr txBox="1"/>
          <p:nvPr/>
        </p:nvSpPr>
        <p:spPr>
          <a:xfrm>
            <a:off x="450000" y="4119473"/>
            <a:ext cx="8377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a:ea typeface="Host Grotesk"/>
                <a:cs typeface="Host Grotesk"/>
                <a:sym typeface="Host Grotesk"/>
              </a:rPr>
              <a:t>A B C D E F G H I J K L M N O P Q R S T U V W X Y Z</a:t>
            </a:r>
            <a:endParaRPr sz="1115">
              <a:latin typeface="Host Grotesk"/>
              <a:ea typeface="Host Grotesk"/>
              <a:cs typeface="Host Grotesk"/>
              <a:sym typeface="Host Grotesk"/>
            </a:endParaRPr>
          </a:p>
        </p:txBody>
      </p:sp>
      <p:sp>
        <p:nvSpPr>
          <p:cNvPr id="213" name="Google Shape;213;p22"/>
          <p:cNvSpPr txBox="1"/>
          <p:nvPr/>
        </p:nvSpPr>
        <p:spPr>
          <a:xfrm>
            <a:off x="450000" y="4326276"/>
            <a:ext cx="40098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a:ea typeface="Host Grotesk"/>
                <a:cs typeface="Host Grotesk"/>
                <a:sym typeface="Host Grotesk"/>
              </a:rPr>
              <a:t>a b c d e f g h i j k l m n o p q r s t u v w x y z</a:t>
            </a:r>
            <a:endParaRPr sz="1115">
              <a:latin typeface="Host Grotesk"/>
              <a:ea typeface="Host Grotesk"/>
              <a:cs typeface="Host Grotesk"/>
              <a:sym typeface="Host Grotesk"/>
            </a:endParaRPr>
          </a:p>
        </p:txBody>
      </p:sp>
      <p:sp>
        <p:nvSpPr>
          <p:cNvPr id="214" name="Google Shape;214;p22"/>
          <p:cNvSpPr txBox="1"/>
          <p:nvPr>
            <p:ph type="title"/>
          </p:nvPr>
        </p:nvSpPr>
        <p:spPr>
          <a:xfrm>
            <a:off x="450000" y="3862773"/>
            <a:ext cx="8377500" cy="230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1820">
                <a:solidFill>
                  <a:srgbClr val="B6EF2C"/>
                </a:solidFill>
              </a:rPr>
              <a:t>Regular</a:t>
            </a:r>
            <a:endParaRPr sz="1820">
              <a:solidFill>
                <a:srgbClr val="B6EF2C"/>
              </a:solidFill>
            </a:endParaRPr>
          </a:p>
        </p:txBody>
      </p:sp>
      <p:sp>
        <p:nvSpPr>
          <p:cNvPr id="215" name="Google Shape;215;p22"/>
          <p:cNvSpPr txBox="1"/>
          <p:nvPr/>
        </p:nvSpPr>
        <p:spPr>
          <a:xfrm>
            <a:off x="4459800" y="2692875"/>
            <a:ext cx="4348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Medium"/>
                <a:ea typeface="Host Grotesk Medium"/>
                <a:cs typeface="Host Grotesk Medium"/>
                <a:sym typeface="Host Grotesk Medium"/>
              </a:rPr>
              <a:t>A B C D E F G H I J K L M N O P Q R S T U V W X Y Z</a:t>
            </a:r>
            <a:endParaRPr sz="1115">
              <a:latin typeface="Host Grotesk Medium"/>
              <a:ea typeface="Host Grotesk Medium"/>
              <a:cs typeface="Host Grotesk Medium"/>
              <a:sym typeface="Host Grotesk Medium"/>
            </a:endParaRPr>
          </a:p>
        </p:txBody>
      </p:sp>
      <p:sp>
        <p:nvSpPr>
          <p:cNvPr id="216" name="Google Shape;216;p22"/>
          <p:cNvSpPr txBox="1"/>
          <p:nvPr/>
        </p:nvSpPr>
        <p:spPr>
          <a:xfrm>
            <a:off x="4459800" y="2969602"/>
            <a:ext cx="4348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Medium"/>
                <a:ea typeface="Host Grotesk Medium"/>
                <a:cs typeface="Host Grotesk Medium"/>
                <a:sym typeface="Host Grotesk Medium"/>
              </a:rPr>
              <a:t>a b c d e f g h i j k l m n o p q r s t u v w x y z</a:t>
            </a:r>
            <a:endParaRPr sz="1115">
              <a:latin typeface="Host Grotesk Medium"/>
              <a:ea typeface="Host Grotesk Medium"/>
              <a:cs typeface="Host Grotesk Medium"/>
              <a:sym typeface="Host Grotesk Medium"/>
            </a:endParaRPr>
          </a:p>
        </p:txBody>
      </p:sp>
      <p:sp>
        <p:nvSpPr>
          <p:cNvPr id="217" name="Google Shape;217;p22"/>
          <p:cNvSpPr txBox="1"/>
          <p:nvPr>
            <p:ph type="title"/>
          </p:nvPr>
        </p:nvSpPr>
        <p:spPr>
          <a:xfrm>
            <a:off x="4459800" y="2436175"/>
            <a:ext cx="4348500" cy="230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1820">
                <a:solidFill>
                  <a:srgbClr val="B6EF2C"/>
                </a:solidFill>
              </a:rPr>
              <a:t>Medium</a:t>
            </a:r>
            <a:endParaRPr sz="1820">
              <a:solidFill>
                <a:srgbClr val="B6EF2C"/>
              </a:solidFill>
            </a:endParaRPr>
          </a:p>
        </p:txBody>
      </p:sp>
      <p:sp>
        <p:nvSpPr>
          <p:cNvPr id="218" name="Google Shape;218;p22"/>
          <p:cNvSpPr txBox="1"/>
          <p:nvPr/>
        </p:nvSpPr>
        <p:spPr>
          <a:xfrm>
            <a:off x="4459800" y="4119473"/>
            <a:ext cx="4348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SemiBold"/>
                <a:ea typeface="Host Grotesk SemiBold"/>
                <a:cs typeface="Host Grotesk SemiBold"/>
                <a:sym typeface="Host Grotesk SemiBold"/>
              </a:rPr>
              <a:t>A B C D E F G H I J K L M N O P Q R S T U V W X Y Z</a:t>
            </a:r>
            <a:endParaRPr sz="1115">
              <a:latin typeface="Host Grotesk SemiBold"/>
              <a:ea typeface="Host Grotesk SemiBold"/>
              <a:cs typeface="Host Grotesk SemiBold"/>
              <a:sym typeface="Host Grotesk SemiBold"/>
            </a:endParaRPr>
          </a:p>
        </p:txBody>
      </p:sp>
      <p:sp>
        <p:nvSpPr>
          <p:cNvPr id="219" name="Google Shape;219;p22"/>
          <p:cNvSpPr txBox="1"/>
          <p:nvPr/>
        </p:nvSpPr>
        <p:spPr>
          <a:xfrm>
            <a:off x="4459800" y="4326276"/>
            <a:ext cx="4348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SemiBold"/>
                <a:ea typeface="Host Grotesk SemiBold"/>
                <a:cs typeface="Host Grotesk SemiBold"/>
                <a:sym typeface="Host Grotesk SemiBold"/>
              </a:rPr>
              <a:t>a b c d e f g h i j k l m n o p q r s t u v w x y z</a:t>
            </a:r>
            <a:endParaRPr sz="1115">
              <a:latin typeface="Host Grotesk SemiBold"/>
              <a:ea typeface="Host Grotesk SemiBold"/>
              <a:cs typeface="Host Grotesk SemiBold"/>
              <a:sym typeface="Host Grotesk SemiBold"/>
            </a:endParaRPr>
          </a:p>
        </p:txBody>
      </p:sp>
      <p:sp>
        <p:nvSpPr>
          <p:cNvPr id="220" name="Google Shape;220;p22"/>
          <p:cNvSpPr txBox="1"/>
          <p:nvPr>
            <p:ph type="title"/>
          </p:nvPr>
        </p:nvSpPr>
        <p:spPr>
          <a:xfrm>
            <a:off x="4459800" y="3862773"/>
            <a:ext cx="4348500" cy="230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1820">
                <a:solidFill>
                  <a:srgbClr val="B6EF2C"/>
                </a:solidFill>
              </a:rPr>
              <a:t>Semibold</a:t>
            </a:r>
            <a:endParaRPr sz="1820">
              <a:solidFill>
                <a:srgbClr val="B6EF2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Brand font</a:t>
            </a:r>
            <a:endParaRPr/>
          </a:p>
        </p:txBody>
      </p:sp>
      <p:sp>
        <p:nvSpPr>
          <p:cNvPr id="226" name="Google Shape;226;p23"/>
          <p:cNvSpPr txBox="1"/>
          <p:nvPr>
            <p:ph type="title"/>
          </p:nvPr>
        </p:nvSpPr>
        <p:spPr>
          <a:xfrm>
            <a:off x="450000" y="1705445"/>
            <a:ext cx="8377500" cy="458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4620"/>
              <a:t>Host Grotesk</a:t>
            </a:r>
            <a:endParaRPr sz="3920"/>
          </a:p>
        </p:txBody>
      </p:sp>
      <p:sp>
        <p:nvSpPr>
          <p:cNvPr id="227" name="Google Shape;227;p23"/>
          <p:cNvSpPr txBox="1"/>
          <p:nvPr/>
        </p:nvSpPr>
        <p:spPr>
          <a:xfrm>
            <a:off x="430725" y="916625"/>
            <a:ext cx="8377500" cy="2304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215">
                <a:latin typeface="Host Grotesk"/>
                <a:ea typeface="Host Grotesk"/>
                <a:cs typeface="Host Grotesk"/>
                <a:sym typeface="Host Grotesk"/>
              </a:rPr>
              <a:t>Pro veškerou komunikaci značky Logio používáme font</a:t>
            </a:r>
            <a:r>
              <a:rPr b="1" lang="cs" sz="1215">
                <a:latin typeface="Host Grotesk"/>
                <a:ea typeface="Host Grotesk"/>
                <a:cs typeface="Host Grotesk"/>
                <a:sym typeface="Host Grotesk"/>
              </a:rPr>
              <a:t> </a:t>
            </a:r>
            <a:r>
              <a:rPr b="1" lang="cs" sz="1215" u="sng">
                <a:solidFill>
                  <a:schemeClr val="accent3"/>
                </a:solidFill>
                <a:latin typeface="Host Grotesk"/>
                <a:ea typeface="Host Grotesk"/>
                <a:cs typeface="Host Grotesk"/>
                <a:sym typeface="Host Grotesk"/>
                <a:hlinkClick r:id="rId3">
                  <a:extLst>
                    <a:ext uri="{A12FA001-AC4F-418D-AE19-62706E023703}">
                      <ahyp:hlinkClr val="tx"/>
                    </a:ext>
                  </a:extLst>
                </a:hlinkClick>
              </a:rPr>
              <a:t>Host Grotesk</a:t>
            </a:r>
            <a:r>
              <a:rPr lang="cs" sz="1215">
                <a:latin typeface="Host Grotesk"/>
                <a:ea typeface="Host Grotesk"/>
                <a:cs typeface="Host Grotesk"/>
                <a:sym typeface="Host Grotesk"/>
              </a:rPr>
              <a:t> (Google Fonts).</a:t>
            </a:r>
            <a:endParaRPr sz="1215">
              <a:latin typeface="Host Grotesk"/>
              <a:ea typeface="Host Grotesk"/>
              <a:cs typeface="Host Grotesk"/>
              <a:sym typeface="Host Grotesk"/>
            </a:endParaRPr>
          </a:p>
        </p:txBody>
      </p:sp>
      <p:sp>
        <p:nvSpPr>
          <p:cNvPr id="228" name="Google Shape;228;p23"/>
          <p:cNvSpPr txBox="1"/>
          <p:nvPr/>
        </p:nvSpPr>
        <p:spPr>
          <a:xfrm>
            <a:off x="450000" y="2692883"/>
            <a:ext cx="8377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b="1" lang="cs" sz="1115">
                <a:latin typeface="Host Grotesk"/>
                <a:ea typeface="Host Grotesk"/>
                <a:cs typeface="Host Grotesk"/>
                <a:sym typeface="Host Grotesk"/>
              </a:rPr>
              <a:t>A B C D E F G H I J K L M N O P Q R S T U V W X Y Z</a:t>
            </a:r>
            <a:endParaRPr b="1" sz="1115">
              <a:latin typeface="Host Grotesk"/>
              <a:ea typeface="Host Grotesk"/>
              <a:cs typeface="Host Grotesk"/>
              <a:sym typeface="Host Grotesk"/>
            </a:endParaRPr>
          </a:p>
        </p:txBody>
      </p:sp>
      <p:sp>
        <p:nvSpPr>
          <p:cNvPr id="229" name="Google Shape;229;p23"/>
          <p:cNvSpPr txBox="1"/>
          <p:nvPr/>
        </p:nvSpPr>
        <p:spPr>
          <a:xfrm>
            <a:off x="450000" y="2969600"/>
            <a:ext cx="40098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b="1" lang="cs" sz="1115">
                <a:latin typeface="Host Grotesk"/>
                <a:ea typeface="Host Grotesk"/>
                <a:cs typeface="Host Grotesk"/>
                <a:sym typeface="Host Grotesk"/>
              </a:rPr>
              <a:t>a b c d e f g h i j k l m n o p q r s t u v w x y z</a:t>
            </a:r>
            <a:endParaRPr b="1" sz="1115">
              <a:latin typeface="Host Grotesk"/>
              <a:ea typeface="Host Grotesk"/>
              <a:cs typeface="Host Grotesk"/>
              <a:sym typeface="Host Grotesk"/>
            </a:endParaRPr>
          </a:p>
        </p:txBody>
      </p:sp>
      <p:sp>
        <p:nvSpPr>
          <p:cNvPr id="230" name="Google Shape;230;p23"/>
          <p:cNvSpPr txBox="1"/>
          <p:nvPr>
            <p:ph type="title"/>
          </p:nvPr>
        </p:nvSpPr>
        <p:spPr>
          <a:xfrm>
            <a:off x="450000" y="2436185"/>
            <a:ext cx="8377500" cy="230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1820">
                <a:solidFill>
                  <a:srgbClr val="B6EF2C"/>
                </a:solidFill>
              </a:rPr>
              <a:t>Bold</a:t>
            </a:r>
            <a:endParaRPr sz="1820">
              <a:solidFill>
                <a:srgbClr val="B6EF2C"/>
              </a:solidFill>
            </a:endParaRPr>
          </a:p>
        </p:txBody>
      </p:sp>
      <p:sp>
        <p:nvSpPr>
          <p:cNvPr id="231" name="Google Shape;231;p23"/>
          <p:cNvSpPr txBox="1"/>
          <p:nvPr/>
        </p:nvSpPr>
        <p:spPr>
          <a:xfrm>
            <a:off x="450000" y="4119473"/>
            <a:ext cx="83775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ExtraBold"/>
                <a:ea typeface="Host Grotesk ExtraBold"/>
                <a:cs typeface="Host Grotesk ExtraBold"/>
                <a:sym typeface="Host Grotesk ExtraBold"/>
              </a:rPr>
              <a:t>A B C D E F G H I J K L M N O P Q R S T U V W X Y Z</a:t>
            </a:r>
            <a:endParaRPr sz="1115">
              <a:latin typeface="Host Grotesk ExtraBold"/>
              <a:ea typeface="Host Grotesk ExtraBold"/>
              <a:cs typeface="Host Grotesk ExtraBold"/>
              <a:sym typeface="Host Grotesk ExtraBold"/>
            </a:endParaRPr>
          </a:p>
        </p:txBody>
      </p:sp>
      <p:sp>
        <p:nvSpPr>
          <p:cNvPr id="232" name="Google Shape;232;p23"/>
          <p:cNvSpPr txBox="1"/>
          <p:nvPr/>
        </p:nvSpPr>
        <p:spPr>
          <a:xfrm>
            <a:off x="450000" y="4326276"/>
            <a:ext cx="4009800" cy="282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SzPts val="440"/>
              <a:buNone/>
            </a:pPr>
            <a:r>
              <a:rPr lang="cs" sz="1115">
                <a:latin typeface="Host Grotesk ExtraBold"/>
                <a:ea typeface="Host Grotesk ExtraBold"/>
                <a:cs typeface="Host Grotesk ExtraBold"/>
                <a:sym typeface="Host Grotesk ExtraBold"/>
              </a:rPr>
              <a:t>a b c d e f g h i j k l m n o p q r s t u v w x y z</a:t>
            </a:r>
            <a:endParaRPr sz="1115">
              <a:latin typeface="Host Grotesk ExtraBold"/>
              <a:ea typeface="Host Grotesk ExtraBold"/>
              <a:cs typeface="Host Grotesk ExtraBold"/>
              <a:sym typeface="Host Grotesk ExtraBold"/>
            </a:endParaRPr>
          </a:p>
        </p:txBody>
      </p:sp>
      <p:sp>
        <p:nvSpPr>
          <p:cNvPr id="233" name="Google Shape;233;p23"/>
          <p:cNvSpPr txBox="1"/>
          <p:nvPr>
            <p:ph type="title"/>
          </p:nvPr>
        </p:nvSpPr>
        <p:spPr>
          <a:xfrm>
            <a:off x="450000" y="3862773"/>
            <a:ext cx="8377500" cy="230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1820">
                <a:solidFill>
                  <a:srgbClr val="B6EF2C"/>
                </a:solidFill>
              </a:rPr>
              <a:t>Black</a:t>
            </a:r>
            <a:endParaRPr sz="1820">
              <a:solidFill>
                <a:srgbClr val="B6EF2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Odsazení textu</a:t>
            </a:r>
            <a:endParaRPr/>
          </a:p>
        </p:txBody>
      </p:sp>
      <p:sp>
        <p:nvSpPr>
          <p:cNvPr id="239" name="Google Shape;239;p24"/>
          <p:cNvSpPr txBox="1"/>
          <p:nvPr>
            <p:ph idx="4294967295" type="subTitle"/>
          </p:nvPr>
        </p:nvSpPr>
        <p:spPr>
          <a:xfrm>
            <a:off x="450000" y="1536291"/>
            <a:ext cx="8121900" cy="3162000"/>
          </a:xfrm>
          <a:prstGeom prst="rect">
            <a:avLst/>
          </a:prstGeom>
        </p:spPr>
        <p:txBody>
          <a:bodyPr anchorCtr="0" anchor="t" bIns="54000" lIns="0" spcFirstLastPara="1" rIns="91425" wrap="square" tIns="0">
            <a:normAutofit/>
          </a:bodyPr>
          <a:lstStyle/>
          <a:p>
            <a:pPr indent="-323850" lvl="0" marL="457200" rtl="0" algn="l">
              <a:spcBef>
                <a:spcPts val="0"/>
              </a:spcBef>
              <a:spcAft>
                <a:spcPts val="0"/>
              </a:spcAft>
              <a:buSzPts val="1500"/>
              <a:buChar char="➔"/>
            </a:pPr>
            <a:r>
              <a:rPr lang="cs" sz="1515"/>
              <a:t>Lorem ipsum</a:t>
            </a:r>
            <a:endParaRPr sz="1515"/>
          </a:p>
          <a:p>
            <a:pPr indent="-311150" lvl="1" marL="914400" rtl="0" algn="l">
              <a:spcBef>
                <a:spcPts val="0"/>
              </a:spcBef>
              <a:spcAft>
                <a:spcPts val="0"/>
              </a:spcAft>
              <a:buSzPts val="1300"/>
              <a:buChar char="◆"/>
            </a:pPr>
            <a:r>
              <a:rPr lang="cs" sz="1300"/>
              <a:t>Lorem ipsum</a:t>
            </a:r>
            <a:endParaRPr sz="1300"/>
          </a:p>
          <a:p>
            <a:pPr indent="-298450" lvl="2" marL="1371600" rtl="0" algn="l">
              <a:spcBef>
                <a:spcPts val="0"/>
              </a:spcBef>
              <a:spcAft>
                <a:spcPts val="0"/>
              </a:spcAft>
              <a:buSzPts val="1100"/>
              <a:buChar char="●"/>
            </a:pPr>
            <a:r>
              <a:rPr lang="cs" sz="1100"/>
              <a:t>Lorem </a:t>
            </a:r>
            <a:r>
              <a:rPr lang="cs" sz="1100"/>
              <a:t>ipsum</a:t>
            </a:r>
            <a:endParaRPr sz="11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Brandové</a:t>
            </a:r>
            <a:r>
              <a:rPr lang="cs"/>
              <a:t> ikony</a:t>
            </a:r>
            <a:endParaRPr/>
          </a:p>
        </p:txBody>
      </p:sp>
      <p:sp>
        <p:nvSpPr>
          <p:cNvPr id="245" name="Google Shape;245;p25"/>
          <p:cNvSpPr txBox="1"/>
          <p:nvPr/>
        </p:nvSpPr>
        <p:spPr>
          <a:xfrm>
            <a:off x="430725" y="916625"/>
            <a:ext cx="8442300" cy="318900"/>
          </a:xfrm>
          <a:prstGeom prst="rect">
            <a:avLst/>
          </a:prstGeom>
          <a:noFill/>
          <a:ln>
            <a:noFill/>
          </a:ln>
        </p:spPr>
        <p:txBody>
          <a:bodyPr anchorCtr="0" anchor="t" bIns="91425" lIns="0" spcFirstLastPara="1" rIns="91425" wrap="square" tIns="0">
            <a:noAutofit/>
          </a:bodyPr>
          <a:lstStyle/>
          <a:p>
            <a:pPr indent="0" lvl="0" marL="0" rtl="0" algn="l">
              <a:lnSpc>
                <a:spcPct val="120000"/>
              </a:lnSpc>
              <a:spcBef>
                <a:spcPts val="0"/>
              </a:spcBef>
              <a:spcAft>
                <a:spcPts val="0"/>
              </a:spcAft>
              <a:buClr>
                <a:schemeClr val="dk1"/>
              </a:buClr>
              <a:buSzPts val="1100"/>
              <a:buFont typeface="Arial"/>
              <a:buNone/>
            </a:pPr>
            <a:r>
              <a:rPr lang="cs" sz="1200">
                <a:solidFill>
                  <a:schemeClr val="dk1"/>
                </a:solidFill>
                <a:latin typeface="Host Grotesk"/>
                <a:ea typeface="Host Grotesk"/>
                <a:cs typeface="Host Grotesk"/>
                <a:sym typeface="Host Grotesk"/>
              </a:rPr>
              <a:t>Pro ikonografii značky Logio používáme knihovnu </a:t>
            </a:r>
            <a:r>
              <a:rPr b="1" lang="cs" sz="1200" u="sng">
                <a:solidFill>
                  <a:schemeClr val="accent6"/>
                </a:solidFill>
                <a:latin typeface="Host Grotesk"/>
                <a:ea typeface="Host Grotesk"/>
                <a:cs typeface="Host Grotesk"/>
                <a:sym typeface="Host Grotesk"/>
                <a:hlinkClick r:id="rId4">
                  <a:extLst>
                    <a:ext uri="{A12FA001-AC4F-418D-AE19-62706E023703}">
                      <ahyp:hlinkClr val="tx"/>
                    </a:ext>
                  </a:extLst>
                </a:hlinkClick>
              </a:rPr>
              <a:t>Phosphor Icons</a:t>
            </a:r>
            <a:r>
              <a:rPr lang="cs" sz="1200" u="sng">
                <a:solidFill>
                  <a:schemeClr val="hlink"/>
                </a:solidFill>
                <a:latin typeface="Host Grotesk"/>
                <a:ea typeface="Host Grotesk"/>
                <a:cs typeface="Host Grotesk"/>
                <a:sym typeface="Host Grotesk"/>
                <a:hlinkClick r:id="rId5"/>
              </a:rPr>
              <a:t>.</a:t>
            </a:r>
            <a:endParaRPr sz="1200" u="sng">
              <a:solidFill>
                <a:schemeClr val="dk1"/>
              </a:solidFill>
              <a:latin typeface="Host Grotesk"/>
              <a:ea typeface="Host Grotesk"/>
              <a:cs typeface="Host Grotesk"/>
              <a:sym typeface="Host Grotesk"/>
            </a:endParaRPr>
          </a:p>
          <a:p>
            <a:pPr indent="0" lvl="0" marL="0" rtl="0" algn="l">
              <a:lnSpc>
                <a:spcPct val="120000"/>
              </a:lnSpc>
              <a:spcBef>
                <a:spcPts val="0"/>
              </a:spcBef>
              <a:spcAft>
                <a:spcPts val="0"/>
              </a:spcAft>
              <a:buNone/>
            </a:pPr>
            <a:r>
              <a:t/>
            </a:r>
            <a:endParaRPr sz="1315">
              <a:latin typeface="Host Grotesk"/>
              <a:ea typeface="Host Grotesk"/>
              <a:cs typeface="Host Grotesk"/>
              <a:sym typeface="Host Grotesk"/>
            </a:endParaRPr>
          </a:p>
        </p:txBody>
      </p:sp>
      <p:pic>
        <p:nvPicPr>
          <p:cNvPr id="246" name="Google Shape;246;p25"/>
          <p:cNvPicPr preferRelativeResize="0"/>
          <p:nvPr/>
        </p:nvPicPr>
        <p:blipFill>
          <a:blip r:embed="rId6">
            <a:alphaModFix/>
          </a:blip>
          <a:stretch>
            <a:fillRect/>
          </a:stretch>
        </p:blipFill>
        <p:spPr>
          <a:xfrm>
            <a:off x="7963254" y="289225"/>
            <a:ext cx="895200" cy="842700"/>
          </a:xfrm>
          <a:prstGeom prst="roundRect">
            <a:avLst>
              <a:gd fmla="val 7449" name="adj"/>
            </a:avLst>
          </a:prstGeom>
          <a:noFill/>
          <a:ln>
            <a:noFill/>
          </a:ln>
        </p:spPr>
      </p:pic>
      <p:sp>
        <p:nvSpPr>
          <p:cNvPr id="247" name="Google Shape;247;p25"/>
          <p:cNvSpPr txBox="1"/>
          <p:nvPr/>
        </p:nvSpPr>
        <p:spPr>
          <a:xfrm>
            <a:off x="450000" y="2354200"/>
            <a:ext cx="7770300" cy="23388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200"/>
              </a:spcBef>
              <a:spcAft>
                <a:spcPts val="0"/>
              </a:spcAft>
              <a:buNone/>
            </a:pPr>
            <a:r>
              <a:rPr b="1" lang="cs" sz="1200">
                <a:solidFill>
                  <a:schemeClr val="dk1"/>
                </a:solidFill>
                <a:latin typeface="Host Grotesk"/>
                <a:ea typeface="Host Grotesk"/>
                <a:cs typeface="Host Grotesk"/>
                <a:sym typeface="Host Grotesk"/>
              </a:rPr>
              <a:t>Základní principy použití</a:t>
            </a:r>
            <a:endParaRPr b="1" sz="1200">
              <a:solidFill>
                <a:schemeClr val="dk1"/>
              </a:solidFill>
              <a:latin typeface="Host Grotesk"/>
              <a:ea typeface="Host Grotesk"/>
              <a:cs typeface="Host Grotesk"/>
              <a:sym typeface="Host Grotesk"/>
            </a:endParaRPr>
          </a:p>
          <a:p>
            <a:pPr indent="-292100" lvl="0" marL="457200" rtl="0" algn="l">
              <a:lnSpc>
                <a:spcPct val="115000"/>
              </a:lnSpc>
              <a:spcBef>
                <a:spcPts val="1200"/>
              </a:spcBef>
              <a:spcAft>
                <a:spcPts val="0"/>
              </a:spcAft>
              <a:buClr>
                <a:schemeClr val="dk1"/>
              </a:buClr>
              <a:buSzPts val="1000"/>
              <a:buChar char="➔"/>
            </a:pPr>
            <a:r>
              <a:rPr b="1" lang="cs" sz="1100">
                <a:solidFill>
                  <a:schemeClr val="dk1"/>
                </a:solidFill>
                <a:latin typeface="Host Grotesk"/>
                <a:ea typeface="Host Grotesk"/>
                <a:cs typeface="Host Grotesk"/>
                <a:sym typeface="Host Grotesk"/>
              </a:rPr>
              <a:t>Konzistence</a:t>
            </a:r>
            <a:r>
              <a:rPr lang="cs" sz="1100">
                <a:solidFill>
                  <a:schemeClr val="dk1"/>
                </a:solidFill>
                <a:latin typeface="Host Grotesk"/>
                <a:ea typeface="Host Grotesk"/>
                <a:cs typeface="Host Grotesk"/>
                <a:sym typeface="Host Grotesk"/>
              </a:rPr>
              <a:t> – používat jeden styl ikon napříč celým výstupem, nekombinovat se starými piktogramy</a:t>
            </a:r>
            <a:endParaRPr sz="11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100">
                <a:solidFill>
                  <a:schemeClr val="dk1"/>
                </a:solidFill>
                <a:latin typeface="Host Grotesk"/>
                <a:ea typeface="Host Grotesk"/>
                <a:cs typeface="Host Grotesk"/>
                <a:sym typeface="Host Grotesk"/>
              </a:rPr>
              <a:t>Jednoduchost</a:t>
            </a:r>
            <a:r>
              <a:rPr lang="cs" sz="1100">
                <a:solidFill>
                  <a:schemeClr val="dk1"/>
                </a:solidFill>
                <a:latin typeface="Host Grotesk"/>
                <a:ea typeface="Host Grotesk"/>
                <a:cs typeface="Host Grotesk"/>
                <a:sym typeface="Host Grotesk"/>
              </a:rPr>
              <a:t> – ikony mají podporovat obsah, ne ho vizuálně zahlcovat</a:t>
            </a:r>
            <a:endParaRPr sz="11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100">
                <a:solidFill>
                  <a:schemeClr val="dk1"/>
                </a:solidFill>
                <a:latin typeface="Host Grotesk"/>
                <a:ea typeface="Host Grotesk"/>
                <a:cs typeface="Host Grotesk"/>
                <a:sym typeface="Host Grotesk"/>
              </a:rPr>
              <a:t>Srozumitelnost</a:t>
            </a:r>
            <a:r>
              <a:rPr lang="cs" sz="1100">
                <a:solidFill>
                  <a:schemeClr val="dk1"/>
                </a:solidFill>
                <a:latin typeface="Host Grotesk"/>
                <a:ea typeface="Host Grotesk"/>
                <a:cs typeface="Host Grotesk"/>
                <a:sym typeface="Host Grotesk"/>
              </a:rPr>
              <a:t> – vybírat ikony, které mají jasný a univerzálně čitelný význam</a:t>
            </a:r>
            <a:endParaRPr sz="11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0"/>
              </a:spcAft>
              <a:buNone/>
            </a:pPr>
            <a:r>
              <a:rPr b="1" lang="cs" sz="1200">
                <a:solidFill>
                  <a:schemeClr val="dk1"/>
                </a:solidFill>
                <a:latin typeface="Host Grotesk"/>
                <a:ea typeface="Host Grotesk"/>
                <a:cs typeface="Host Grotesk"/>
                <a:sym typeface="Host Grotesk"/>
              </a:rPr>
              <a:t>Styl ikon</a:t>
            </a:r>
            <a:br>
              <a:rPr b="1" lang="cs" sz="1200">
                <a:solidFill>
                  <a:schemeClr val="dk1"/>
                </a:solidFill>
                <a:latin typeface="Host Grotesk"/>
                <a:ea typeface="Host Grotesk"/>
                <a:cs typeface="Host Grotesk"/>
                <a:sym typeface="Host Grotesk"/>
              </a:rPr>
            </a:br>
            <a:r>
              <a:rPr lang="cs" sz="1100">
                <a:solidFill>
                  <a:schemeClr val="dk1"/>
                </a:solidFill>
                <a:latin typeface="Host Grotesk"/>
                <a:ea typeface="Host Grotesk"/>
                <a:cs typeface="Host Grotesk"/>
                <a:sym typeface="Host Grotesk"/>
              </a:rPr>
              <a:t>Phosphor Icons nabízí více variant (thin, light, regular, bold, fill). Pro Logio doporučujeme:</a:t>
            </a:r>
            <a:endParaRPr sz="1100">
              <a:solidFill>
                <a:schemeClr val="dk1"/>
              </a:solidFill>
              <a:latin typeface="Host Grotesk"/>
              <a:ea typeface="Host Grotesk"/>
              <a:cs typeface="Host Grotesk"/>
              <a:sym typeface="Host Grotesk"/>
            </a:endParaRPr>
          </a:p>
          <a:p>
            <a:pPr indent="-292100" lvl="0" marL="457200" rtl="0" algn="l">
              <a:lnSpc>
                <a:spcPct val="115000"/>
              </a:lnSpc>
              <a:spcBef>
                <a:spcPts val="1200"/>
              </a:spcBef>
              <a:spcAft>
                <a:spcPts val="0"/>
              </a:spcAft>
              <a:buClr>
                <a:schemeClr val="dk1"/>
              </a:buClr>
              <a:buSzPts val="1000"/>
              <a:buChar char="➔"/>
            </a:pPr>
            <a:r>
              <a:rPr b="1" lang="cs" sz="1200">
                <a:solidFill>
                  <a:schemeClr val="dk1"/>
                </a:solidFill>
                <a:latin typeface="Host Grotesk"/>
                <a:ea typeface="Host Grotesk"/>
                <a:cs typeface="Host Grotesk"/>
                <a:sym typeface="Host Grotesk"/>
              </a:rPr>
              <a:t>Primary styl: Regular</a:t>
            </a:r>
            <a:endParaRPr sz="1100">
              <a:solidFill>
                <a:schemeClr val="dk1"/>
              </a:solidFill>
              <a:latin typeface="Host Grotesk"/>
              <a:ea typeface="Host Grotesk"/>
              <a:cs typeface="Host Grotesk"/>
              <a:sym typeface="Host Grotesk"/>
            </a:endParaRPr>
          </a:p>
          <a:p>
            <a:pPr indent="-292100" lvl="0" marL="457200" rtl="0" algn="l">
              <a:lnSpc>
                <a:spcPct val="115000"/>
              </a:lnSpc>
              <a:spcBef>
                <a:spcPts val="0"/>
              </a:spcBef>
              <a:spcAft>
                <a:spcPts val="0"/>
              </a:spcAft>
              <a:buClr>
                <a:schemeClr val="dk1"/>
              </a:buClr>
              <a:buSzPts val="1000"/>
              <a:buChar char="➔"/>
            </a:pPr>
            <a:r>
              <a:rPr b="1" lang="cs" sz="1200">
                <a:solidFill>
                  <a:schemeClr val="dk1"/>
                </a:solidFill>
                <a:latin typeface="Host Grotesk"/>
                <a:ea typeface="Host Grotesk"/>
                <a:cs typeface="Host Grotesk"/>
                <a:sym typeface="Host Grotesk"/>
              </a:rPr>
              <a:t>Brand barvy / neutrální odstíny</a:t>
            </a:r>
            <a:r>
              <a:rPr b="1" lang="cs" sz="1100">
                <a:solidFill>
                  <a:schemeClr val="dk1"/>
                </a:solidFill>
                <a:latin typeface="Host Grotesk"/>
                <a:ea typeface="Host Grotesk"/>
                <a:cs typeface="Host Grotesk"/>
                <a:sym typeface="Host Grotesk"/>
              </a:rPr>
              <a:t> </a:t>
            </a:r>
            <a:r>
              <a:rPr lang="cs" sz="1100">
                <a:solidFill>
                  <a:schemeClr val="dk1"/>
                </a:solidFill>
                <a:latin typeface="Host Grotesk"/>
                <a:ea typeface="Host Grotesk"/>
                <a:cs typeface="Host Grotesk"/>
                <a:sym typeface="Host Grotesk"/>
              </a:rPr>
              <a:t>(černá / šedá / bílá)</a:t>
            </a:r>
            <a:endParaRPr sz="11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0"/>
              </a:spcAft>
              <a:buNone/>
            </a:pPr>
            <a:r>
              <a:t/>
            </a:r>
            <a:endParaRPr sz="11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0"/>
              </a:spcAft>
              <a:buNone/>
            </a:pPr>
            <a:r>
              <a:t/>
            </a:r>
            <a:endParaRPr sz="11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0"/>
              </a:spcAft>
              <a:buNone/>
            </a:pPr>
            <a:r>
              <a:t/>
            </a:r>
            <a:endParaRPr sz="1100">
              <a:solidFill>
                <a:schemeClr val="dk1"/>
              </a:solidFill>
              <a:latin typeface="Host Grotesk"/>
              <a:ea typeface="Host Grotesk"/>
              <a:cs typeface="Host Grotesk"/>
              <a:sym typeface="Host Grotesk"/>
            </a:endParaRPr>
          </a:p>
          <a:p>
            <a:pPr indent="0" lvl="0" marL="0" rtl="0" algn="l">
              <a:lnSpc>
                <a:spcPct val="115000"/>
              </a:lnSpc>
              <a:spcBef>
                <a:spcPts val="1200"/>
              </a:spcBef>
              <a:spcAft>
                <a:spcPts val="1200"/>
              </a:spcAft>
              <a:buNone/>
            </a:pPr>
            <a:r>
              <a:t/>
            </a:r>
            <a:endParaRPr b="1" sz="1200">
              <a:solidFill>
                <a:schemeClr val="dk1"/>
              </a:solidFill>
              <a:latin typeface="Host Grotesk"/>
              <a:ea typeface="Host Grotesk"/>
              <a:cs typeface="Host Grotesk"/>
              <a:sym typeface="Host Grotesk"/>
            </a:endParaRPr>
          </a:p>
        </p:txBody>
      </p:sp>
      <p:sp>
        <p:nvSpPr>
          <p:cNvPr id="248" name="Google Shape;248;p25"/>
          <p:cNvSpPr txBox="1"/>
          <p:nvPr>
            <p:ph type="title"/>
          </p:nvPr>
        </p:nvSpPr>
        <p:spPr>
          <a:xfrm>
            <a:off x="450000" y="1705445"/>
            <a:ext cx="8377500" cy="458400"/>
          </a:xfrm>
          <a:prstGeom prst="rect">
            <a:avLst/>
          </a:prstGeom>
        </p:spPr>
        <p:txBody>
          <a:bodyPr anchorCtr="0" anchor="ctr" bIns="91425" lIns="0" spcFirstLastPara="1" rIns="91425" wrap="square" tIns="0">
            <a:noAutofit/>
          </a:bodyPr>
          <a:lstStyle/>
          <a:p>
            <a:pPr indent="0" lvl="0" marL="0" rtl="0" algn="l">
              <a:spcBef>
                <a:spcPts val="0"/>
              </a:spcBef>
              <a:spcAft>
                <a:spcPts val="0"/>
              </a:spcAft>
              <a:buSzPts val="990"/>
              <a:buNone/>
            </a:pPr>
            <a:r>
              <a:rPr lang="cs" sz="4620"/>
              <a:t>Phosphor Icons</a:t>
            </a:r>
            <a:endParaRPr sz="392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6" title="bag.png"/>
          <p:cNvPicPr preferRelativeResize="0"/>
          <p:nvPr/>
        </p:nvPicPr>
        <p:blipFill>
          <a:blip r:embed="rId3">
            <a:alphaModFix/>
          </a:blip>
          <a:stretch>
            <a:fillRect/>
          </a:stretch>
        </p:blipFill>
        <p:spPr>
          <a:xfrm>
            <a:off x="5703570" y="712196"/>
            <a:ext cx="345237" cy="331958"/>
          </a:xfrm>
          <a:prstGeom prst="rect">
            <a:avLst/>
          </a:prstGeom>
          <a:noFill/>
          <a:ln>
            <a:noFill/>
          </a:ln>
        </p:spPr>
      </p:pic>
      <p:pic>
        <p:nvPicPr>
          <p:cNvPr id="254" name="Google Shape;254;p26" title="barcode.png"/>
          <p:cNvPicPr preferRelativeResize="0"/>
          <p:nvPr/>
        </p:nvPicPr>
        <p:blipFill>
          <a:blip r:embed="rId4">
            <a:alphaModFix/>
          </a:blip>
          <a:stretch>
            <a:fillRect/>
          </a:stretch>
        </p:blipFill>
        <p:spPr>
          <a:xfrm>
            <a:off x="5132343" y="1317856"/>
            <a:ext cx="345237" cy="292123"/>
          </a:xfrm>
          <a:prstGeom prst="rect">
            <a:avLst/>
          </a:prstGeom>
          <a:noFill/>
          <a:ln>
            <a:noFill/>
          </a:ln>
        </p:spPr>
      </p:pic>
      <p:pic>
        <p:nvPicPr>
          <p:cNvPr id="255" name="Google Shape;255;p26" title="bounding-box.png"/>
          <p:cNvPicPr preferRelativeResize="0"/>
          <p:nvPr/>
        </p:nvPicPr>
        <p:blipFill>
          <a:blip r:embed="rId5">
            <a:alphaModFix/>
          </a:blip>
          <a:stretch>
            <a:fillRect/>
          </a:stretch>
        </p:blipFill>
        <p:spPr>
          <a:xfrm>
            <a:off x="1707912" y="1304578"/>
            <a:ext cx="318680" cy="318680"/>
          </a:xfrm>
          <a:prstGeom prst="rect">
            <a:avLst/>
          </a:prstGeom>
          <a:noFill/>
          <a:ln>
            <a:noFill/>
          </a:ln>
        </p:spPr>
      </p:pic>
      <p:pic>
        <p:nvPicPr>
          <p:cNvPr id="256" name="Google Shape;256;p26" title="circuitry.png"/>
          <p:cNvPicPr preferRelativeResize="0"/>
          <p:nvPr/>
        </p:nvPicPr>
        <p:blipFill>
          <a:blip r:embed="rId6">
            <a:alphaModFix/>
          </a:blip>
          <a:stretch>
            <a:fillRect/>
          </a:stretch>
        </p:blipFill>
        <p:spPr>
          <a:xfrm>
            <a:off x="4621125" y="718835"/>
            <a:ext cx="318680" cy="318680"/>
          </a:xfrm>
          <a:prstGeom prst="rect">
            <a:avLst/>
          </a:prstGeom>
          <a:noFill/>
          <a:ln>
            <a:noFill/>
          </a:ln>
        </p:spPr>
      </p:pic>
      <p:pic>
        <p:nvPicPr>
          <p:cNvPr id="257" name="Google Shape;257;p26" title="clock-counter-clockwise.png"/>
          <p:cNvPicPr preferRelativeResize="0"/>
          <p:nvPr/>
        </p:nvPicPr>
        <p:blipFill>
          <a:blip r:embed="rId7">
            <a:alphaModFix/>
          </a:blip>
          <a:stretch>
            <a:fillRect/>
          </a:stretch>
        </p:blipFill>
        <p:spPr>
          <a:xfrm>
            <a:off x="2302699" y="1304578"/>
            <a:ext cx="331958" cy="318680"/>
          </a:xfrm>
          <a:prstGeom prst="rect">
            <a:avLst/>
          </a:prstGeom>
          <a:noFill/>
          <a:ln>
            <a:noFill/>
          </a:ln>
        </p:spPr>
      </p:pic>
      <p:pic>
        <p:nvPicPr>
          <p:cNvPr id="258" name="Google Shape;258;p26" title="cpu.png"/>
          <p:cNvPicPr preferRelativeResize="0"/>
          <p:nvPr/>
        </p:nvPicPr>
        <p:blipFill>
          <a:blip r:embed="rId8">
            <a:alphaModFix/>
          </a:blip>
          <a:stretch>
            <a:fillRect/>
          </a:stretch>
        </p:blipFill>
        <p:spPr>
          <a:xfrm>
            <a:off x="7838724" y="692278"/>
            <a:ext cx="371794" cy="371794"/>
          </a:xfrm>
          <a:prstGeom prst="rect">
            <a:avLst/>
          </a:prstGeom>
          <a:noFill/>
          <a:ln>
            <a:noFill/>
          </a:ln>
        </p:spPr>
      </p:pic>
      <p:pic>
        <p:nvPicPr>
          <p:cNvPr id="259" name="Google Shape;259;p26" title="cube-transparent.png"/>
          <p:cNvPicPr preferRelativeResize="0"/>
          <p:nvPr/>
        </p:nvPicPr>
        <p:blipFill>
          <a:blip r:embed="rId9">
            <a:alphaModFix/>
          </a:blip>
          <a:stretch>
            <a:fillRect/>
          </a:stretch>
        </p:blipFill>
        <p:spPr>
          <a:xfrm>
            <a:off x="8392014" y="718835"/>
            <a:ext cx="318680" cy="318680"/>
          </a:xfrm>
          <a:prstGeom prst="rect">
            <a:avLst/>
          </a:prstGeom>
          <a:noFill/>
          <a:ln>
            <a:noFill/>
          </a:ln>
        </p:spPr>
      </p:pic>
      <p:pic>
        <p:nvPicPr>
          <p:cNvPr id="260" name="Google Shape;260;p26" title="factory (2).png"/>
          <p:cNvPicPr preferRelativeResize="0"/>
          <p:nvPr/>
        </p:nvPicPr>
        <p:blipFill>
          <a:blip r:embed="rId10">
            <a:alphaModFix/>
          </a:blip>
          <a:stretch>
            <a:fillRect/>
          </a:stretch>
        </p:blipFill>
        <p:spPr>
          <a:xfrm>
            <a:off x="4066640" y="1291300"/>
            <a:ext cx="371794" cy="345237"/>
          </a:xfrm>
          <a:prstGeom prst="rect">
            <a:avLst/>
          </a:prstGeom>
          <a:noFill/>
          <a:ln>
            <a:noFill/>
          </a:ln>
        </p:spPr>
      </p:pic>
      <p:pic>
        <p:nvPicPr>
          <p:cNvPr id="261" name="Google Shape;261;p26" title="head-circuit.png"/>
          <p:cNvPicPr preferRelativeResize="0"/>
          <p:nvPr/>
        </p:nvPicPr>
        <p:blipFill>
          <a:blip r:embed="rId11">
            <a:alphaModFix/>
          </a:blip>
          <a:stretch>
            <a:fillRect/>
          </a:stretch>
        </p:blipFill>
        <p:spPr>
          <a:xfrm>
            <a:off x="2925786" y="692278"/>
            <a:ext cx="333618" cy="371794"/>
          </a:xfrm>
          <a:prstGeom prst="rect">
            <a:avLst/>
          </a:prstGeom>
          <a:noFill/>
          <a:ln>
            <a:noFill/>
          </a:ln>
        </p:spPr>
      </p:pic>
      <p:pic>
        <p:nvPicPr>
          <p:cNvPr id="262" name="Google Shape;262;p26" title="chart-bar-horizontal.png"/>
          <p:cNvPicPr preferRelativeResize="0"/>
          <p:nvPr/>
        </p:nvPicPr>
        <p:blipFill>
          <a:blip r:embed="rId12">
            <a:alphaModFix/>
          </a:blip>
          <a:stretch>
            <a:fillRect/>
          </a:stretch>
        </p:blipFill>
        <p:spPr>
          <a:xfrm>
            <a:off x="1707932" y="718835"/>
            <a:ext cx="318680" cy="318680"/>
          </a:xfrm>
          <a:prstGeom prst="rect">
            <a:avLst/>
          </a:prstGeom>
          <a:noFill/>
          <a:ln>
            <a:noFill/>
          </a:ln>
        </p:spPr>
      </p:pic>
      <p:pic>
        <p:nvPicPr>
          <p:cNvPr id="263" name="Google Shape;263;p26" title="chart-line-up.png"/>
          <p:cNvPicPr preferRelativeResize="0"/>
          <p:nvPr/>
        </p:nvPicPr>
        <p:blipFill>
          <a:blip r:embed="rId13">
            <a:alphaModFix/>
          </a:blip>
          <a:stretch>
            <a:fillRect/>
          </a:stretch>
        </p:blipFill>
        <p:spPr>
          <a:xfrm>
            <a:off x="1099010" y="732113"/>
            <a:ext cx="345237" cy="292123"/>
          </a:xfrm>
          <a:prstGeom prst="rect">
            <a:avLst/>
          </a:prstGeom>
          <a:noFill/>
          <a:ln>
            <a:noFill/>
          </a:ln>
        </p:spPr>
      </p:pic>
      <p:pic>
        <p:nvPicPr>
          <p:cNvPr id="264" name="Google Shape;264;p26" title="chart-pie-slice.png"/>
          <p:cNvPicPr preferRelativeResize="0"/>
          <p:nvPr/>
        </p:nvPicPr>
        <p:blipFill>
          <a:blip r:embed="rId14">
            <a:alphaModFix/>
          </a:blip>
          <a:stretch>
            <a:fillRect/>
          </a:stretch>
        </p:blipFill>
        <p:spPr>
          <a:xfrm>
            <a:off x="2910782" y="1290470"/>
            <a:ext cx="345237" cy="346897"/>
          </a:xfrm>
          <a:prstGeom prst="rect">
            <a:avLst/>
          </a:prstGeom>
          <a:noFill/>
          <a:ln>
            <a:noFill/>
          </a:ln>
        </p:spPr>
      </p:pic>
      <p:pic>
        <p:nvPicPr>
          <p:cNvPr id="265" name="Google Shape;265;p26" title="chat-circle-dots.png"/>
          <p:cNvPicPr preferRelativeResize="0"/>
          <p:nvPr/>
        </p:nvPicPr>
        <p:blipFill>
          <a:blip r:embed="rId15">
            <a:alphaModFix/>
          </a:blip>
          <a:stretch>
            <a:fillRect/>
          </a:stretch>
        </p:blipFill>
        <p:spPr>
          <a:xfrm>
            <a:off x="4612769" y="1291300"/>
            <a:ext cx="345237" cy="345237"/>
          </a:xfrm>
          <a:prstGeom prst="rect">
            <a:avLst/>
          </a:prstGeom>
          <a:noFill/>
          <a:ln>
            <a:noFill/>
          </a:ln>
        </p:spPr>
      </p:pic>
      <p:pic>
        <p:nvPicPr>
          <p:cNvPr id="266" name="Google Shape;266;p26" title="chat-circle-text.png"/>
          <p:cNvPicPr preferRelativeResize="0"/>
          <p:nvPr/>
        </p:nvPicPr>
        <p:blipFill>
          <a:blip r:embed="rId16">
            <a:alphaModFix/>
          </a:blip>
          <a:stretch>
            <a:fillRect/>
          </a:stretch>
        </p:blipFill>
        <p:spPr>
          <a:xfrm>
            <a:off x="490079" y="705557"/>
            <a:ext cx="345237" cy="345237"/>
          </a:xfrm>
          <a:prstGeom prst="rect">
            <a:avLst/>
          </a:prstGeom>
          <a:noFill/>
          <a:ln>
            <a:noFill/>
          </a:ln>
        </p:spPr>
      </p:pic>
      <p:pic>
        <p:nvPicPr>
          <p:cNvPr id="267" name="Google Shape;267;p26" title="math-operations.png"/>
          <p:cNvPicPr preferRelativeResize="0"/>
          <p:nvPr/>
        </p:nvPicPr>
        <p:blipFill>
          <a:blip r:embed="rId17">
            <a:alphaModFix/>
          </a:blip>
          <a:stretch>
            <a:fillRect/>
          </a:stretch>
        </p:blipFill>
        <p:spPr>
          <a:xfrm>
            <a:off x="3523119" y="725474"/>
            <a:ext cx="318680" cy="305402"/>
          </a:xfrm>
          <a:prstGeom prst="rect">
            <a:avLst/>
          </a:prstGeom>
          <a:noFill/>
          <a:ln>
            <a:noFill/>
          </a:ln>
        </p:spPr>
      </p:pic>
      <p:pic>
        <p:nvPicPr>
          <p:cNvPr id="268" name="Google Shape;268;p26" title="network (1).png"/>
          <p:cNvPicPr preferRelativeResize="0"/>
          <p:nvPr/>
        </p:nvPicPr>
        <p:blipFill>
          <a:blip r:embed="rId18">
            <a:alphaModFix/>
          </a:blip>
          <a:stretch>
            <a:fillRect/>
          </a:stretch>
        </p:blipFill>
        <p:spPr>
          <a:xfrm>
            <a:off x="4066631" y="712196"/>
            <a:ext cx="371794" cy="331958"/>
          </a:xfrm>
          <a:prstGeom prst="rect">
            <a:avLst/>
          </a:prstGeom>
          <a:noFill/>
          <a:ln>
            <a:noFill/>
          </a:ln>
        </p:spPr>
      </p:pic>
      <p:pic>
        <p:nvPicPr>
          <p:cNvPr id="269" name="Google Shape;269;p26" title="open-ai-logo.png"/>
          <p:cNvPicPr preferRelativeResize="0"/>
          <p:nvPr/>
        </p:nvPicPr>
        <p:blipFill>
          <a:blip r:embed="rId19">
            <a:alphaModFix/>
          </a:blip>
          <a:stretch>
            <a:fillRect/>
          </a:stretch>
        </p:blipFill>
        <p:spPr>
          <a:xfrm>
            <a:off x="3532127" y="1277191"/>
            <a:ext cx="360175" cy="373453"/>
          </a:xfrm>
          <a:prstGeom prst="rect">
            <a:avLst/>
          </a:prstGeom>
          <a:noFill/>
          <a:ln>
            <a:noFill/>
          </a:ln>
        </p:spPr>
      </p:pic>
      <p:pic>
        <p:nvPicPr>
          <p:cNvPr id="270" name="Google Shape;270;p26" title="package (1).png"/>
          <p:cNvPicPr preferRelativeResize="0"/>
          <p:nvPr/>
        </p:nvPicPr>
        <p:blipFill>
          <a:blip r:embed="rId20">
            <a:alphaModFix/>
          </a:blip>
          <a:stretch>
            <a:fillRect/>
          </a:stretch>
        </p:blipFill>
        <p:spPr>
          <a:xfrm>
            <a:off x="6757049" y="692278"/>
            <a:ext cx="345237" cy="371794"/>
          </a:xfrm>
          <a:prstGeom prst="rect">
            <a:avLst/>
          </a:prstGeom>
          <a:noFill/>
          <a:ln>
            <a:noFill/>
          </a:ln>
        </p:spPr>
      </p:pic>
      <p:pic>
        <p:nvPicPr>
          <p:cNvPr id="271" name="Google Shape;271;p26" title="seal-percent.png"/>
          <p:cNvPicPr preferRelativeResize="0"/>
          <p:nvPr/>
        </p:nvPicPr>
        <p:blipFill>
          <a:blip r:embed="rId21">
            <a:alphaModFix/>
          </a:blip>
          <a:stretch>
            <a:fillRect/>
          </a:stretch>
        </p:blipFill>
        <p:spPr>
          <a:xfrm>
            <a:off x="2290304" y="692278"/>
            <a:ext cx="371794" cy="371794"/>
          </a:xfrm>
          <a:prstGeom prst="rect">
            <a:avLst/>
          </a:prstGeom>
          <a:noFill/>
          <a:ln>
            <a:noFill/>
          </a:ln>
        </p:spPr>
      </p:pic>
      <p:pic>
        <p:nvPicPr>
          <p:cNvPr id="272" name="Google Shape;272;p26" title="share-network.png"/>
          <p:cNvPicPr preferRelativeResize="0"/>
          <p:nvPr/>
        </p:nvPicPr>
        <p:blipFill>
          <a:blip r:embed="rId22">
            <a:alphaModFix/>
          </a:blip>
          <a:stretch>
            <a:fillRect/>
          </a:stretch>
        </p:blipFill>
        <p:spPr>
          <a:xfrm>
            <a:off x="1111446" y="1277191"/>
            <a:ext cx="320340" cy="373453"/>
          </a:xfrm>
          <a:prstGeom prst="rect">
            <a:avLst/>
          </a:prstGeom>
          <a:noFill/>
          <a:ln>
            <a:noFill/>
          </a:ln>
        </p:spPr>
      </p:pic>
      <p:pic>
        <p:nvPicPr>
          <p:cNvPr id="273" name="Google Shape;273;p26" title="shopping-cart (8).png"/>
          <p:cNvPicPr preferRelativeResize="0"/>
          <p:nvPr/>
        </p:nvPicPr>
        <p:blipFill>
          <a:blip r:embed="rId23">
            <a:alphaModFix/>
          </a:blip>
          <a:stretch>
            <a:fillRect/>
          </a:stretch>
        </p:blipFill>
        <p:spPr>
          <a:xfrm>
            <a:off x="5651916" y="1283831"/>
            <a:ext cx="360175" cy="360175"/>
          </a:xfrm>
          <a:prstGeom prst="rect">
            <a:avLst/>
          </a:prstGeom>
          <a:noFill/>
          <a:ln>
            <a:noFill/>
          </a:ln>
        </p:spPr>
      </p:pic>
      <p:pic>
        <p:nvPicPr>
          <p:cNvPr id="274" name="Google Shape;274;p26" title="storefront.png"/>
          <p:cNvPicPr preferRelativeResize="0"/>
          <p:nvPr/>
        </p:nvPicPr>
        <p:blipFill>
          <a:blip r:embed="rId24">
            <a:alphaModFix/>
          </a:blip>
          <a:stretch>
            <a:fillRect/>
          </a:stretch>
        </p:blipFill>
        <p:spPr>
          <a:xfrm>
            <a:off x="6230313" y="718835"/>
            <a:ext cx="345237" cy="318680"/>
          </a:xfrm>
          <a:prstGeom prst="rect">
            <a:avLst/>
          </a:prstGeom>
          <a:noFill/>
          <a:ln>
            <a:noFill/>
          </a:ln>
        </p:spPr>
      </p:pic>
      <p:pic>
        <p:nvPicPr>
          <p:cNvPr id="275" name="Google Shape;275;p26" title="strategy (1).png"/>
          <p:cNvPicPr preferRelativeResize="0"/>
          <p:nvPr/>
        </p:nvPicPr>
        <p:blipFill>
          <a:blip r:embed="rId25">
            <a:alphaModFix/>
          </a:blip>
          <a:stretch>
            <a:fillRect/>
          </a:stretch>
        </p:blipFill>
        <p:spPr>
          <a:xfrm>
            <a:off x="6768528" y="1304578"/>
            <a:ext cx="320340" cy="318680"/>
          </a:xfrm>
          <a:prstGeom prst="rect">
            <a:avLst/>
          </a:prstGeom>
          <a:noFill/>
          <a:ln>
            <a:noFill/>
          </a:ln>
        </p:spPr>
      </p:pic>
      <p:pic>
        <p:nvPicPr>
          <p:cNvPr id="276" name="Google Shape;276;p26" title="tag.png"/>
          <p:cNvPicPr preferRelativeResize="0"/>
          <p:nvPr/>
        </p:nvPicPr>
        <p:blipFill>
          <a:blip r:embed="rId26">
            <a:alphaModFix/>
          </a:blip>
          <a:stretch>
            <a:fillRect/>
          </a:stretch>
        </p:blipFill>
        <p:spPr>
          <a:xfrm>
            <a:off x="476790" y="1284661"/>
            <a:ext cx="358515" cy="358515"/>
          </a:xfrm>
          <a:prstGeom prst="rect">
            <a:avLst/>
          </a:prstGeom>
          <a:noFill/>
          <a:ln>
            <a:noFill/>
          </a:ln>
        </p:spPr>
      </p:pic>
      <p:pic>
        <p:nvPicPr>
          <p:cNvPr id="277" name="Google Shape;277;p26" title="truck.png"/>
          <p:cNvPicPr preferRelativeResize="0"/>
          <p:nvPr/>
        </p:nvPicPr>
        <p:blipFill>
          <a:blip r:embed="rId27">
            <a:alphaModFix/>
          </a:blip>
          <a:stretch>
            <a:fillRect/>
          </a:stretch>
        </p:blipFill>
        <p:spPr>
          <a:xfrm>
            <a:off x="5122519" y="737923"/>
            <a:ext cx="398350" cy="280505"/>
          </a:xfrm>
          <a:prstGeom prst="rect">
            <a:avLst/>
          </a:prstGeom>
          <a:noFill/>
          <a:ln>
            <a:noFill/>
          </a:ln>
        </p:spPr>
      </p:pic>
      <p:pic>
        <p:nvPicPr>
          <p:cNvPr id="278" name="Google Shape;278;p26" title="warehouse (3).png"/>
          <p:cNvPicPr preferRelativeResize="0"/>
          <p:nvPr/>
        </p:nvPicPr>
        <p:blipFill>
          <a:blip r:embed="rId28">
            <a:alphaModFix/>
          </a:blip>
          <a:stretch>
            <a:fillRect/>
          </a:stretch>
        </p:blipFill>
        <p:spPr>
          <a:xfrm>
            <a:off x="6186415" y="1330305"/>
            <a:ext cx="400010" cy="267227"/>
          </a:xfrm>
          <a:prstGeom prst="rect">
            <a:avLst/>
          </a:prstGeom>
          <a:noFill/>
          <a:ln>
            <a:noFill/>
          </a:ln>
        </p:spPr>
      </p:pic>
      <p:pic>
        <p:nvPicPr>
          <p:cNvPr id="279" name="Google Shape;279;p26" title="alarm.png"/>
          <p:cNvPicPr preferRelativeResize="0"/>
          <p:nvPr/>
        </p:nvPicPr>
        <p:blipFill>
          <a:blip r:embed="rId29">
            <a:alphaModFix/>
          </a:blip>
          <a:stretch>
            <a:fillRect/>
          </a:stretch>
        </p:blipFill>
        <p:spPr>
          <a:xfrm>
            <a:off x="7283784" y="705557"/>
            <a:ext cx="373453" cy="345237"/>
          </a:xfrm>
          <a:prstGeom prst="rect">
            <a:avLst/>
          </a:prstGeom>
          <a:noFill/>
          <a:ln>
            <a:noFill/>
          </a:ln>
        </p:spPr>
      </p:pic>
      <p:pic>
        <p:nvPicPr>
          <p:cNvPr id="280" name="Google Shape;280;p26" title="Datový zdroj 2-8.png"/>
          <p:cNvPicPr preferRelativeResize="0"/>
          <p:nvPr/>
        </p:nvPicPr>
        <p:blipFill>
          <a:blip r:embed="rId30">
            <a:alphaModFix/>
          </a:blip>
          <a:stretch>
            <a:fillRect/>
          </a:stretch>
        </p:blipFill>
        <p:spPr>
          <a:xfrm>
            <a:off x="7270961" y="1304581"/>
            <a:ext cx="318675" cy="318675"/>
          </a:xfrm>
          <a:prstGeom prst="rect">
            <a:avLst/>
          </a:prstGeom>
          <a:noFill/>
          <a:ln>
            <a:noFill/>
          </a:ln>
        </p:spPr>
      </p:pic>
      <p:pic>
        <p:nvPicPr>
          <p:cNvPr id="281" name="Google Shape;281;p26" title="building-apartment.png"/>
          <p:cNvPicPr preferRelativeResize="0"/>
          <p:nvPr/>
        </p:nvPicPr>
        <p:blipFill>
          <a:blip r:embed="rId31">
            <a:alphaModFix/>
          </a:blip>
          <a:stretch>
            <a:fillRect/>
          </a:stretch>
        </p:blipFill>
        <p:spPr>
          <a:xfrm>
            <a:off x="444604" y="2065199"/>
            <a:ext cx="401428" cy="401428"/>
          </a:xfrm>
          <a:prstGeom prst="rect">
            <a:avLst/>
          </a:prstGeom>
          <a:noFill/>
          <a:ln>
            <a:noFill/>
          </a:ln>
        </p:spPr>
      </p:pic>
      <p:pic>
        <p:nvPicPr>
          <p:cNvPr id="282" name="Google Shape;282;p26" title="align-left-simple.png"/>
          <p:cNvPicPr preferRelativeResize="0"/>
          <p:nvPr/>
        </p:nvPicPr>
        <p:blipFill>
          <a:blip r:embed="rId32">
            <a:alphaModFix/>
          </a:blip>
          <a:stretch>
            <a:fillRect/>
          </a:stretch>
        </p:blipFill>
        <p:spPr>
          <a:xfrm>
            <a:off x="3366508" y="2065199"/>
            <a:ext cx="401428" cy="401428"/>
          </a:xfrm>
          <a:prstGeom prst="rect">
            <a:avLst/>
          </a:prstGeom>
          <a:noFill/>
          <a:ln>
            <a:noFill/>
          </a:ln>
        </p:spPr>
      </p:pic>
      <p:pic>
        <p:nvPicPr>
          <p:cNvPr id="283" name="Google Shape;283;p26" title="align-right.png"/>
          <p:cNvPicPr preferRelativeResize="0"/>
          <p:nvPr/>
        </p:nvPicPr>
        <p:blipFill>
          <a:blip r:embed="rId33">
            <a:alphaModFix/>
          </a:blip>
          <a:stretch>
            <a:fillRect/>
          </a:stretch>
        </p:blipFill>
        <p:spPr>
          <a:xfrm>
            <a:off x="3931740" y="2065199"/>
            <a:ext cx="401428" cy="401428"/>
          </a:xfrm>
          <a:prstGeom prst="rect">
            <a:avLst/>
          </a:prstGeom>
          <a:noFill/>
          <a:ln>
            <a:noFill/>
          </a:ln>
        </p:spPr>
      </p:pic>
      <p:pic>
        <p:nvPicPr>
          <p:cNvPr id="284" name="Google Shape;284;p26" title="align-top.png"/>
          <p:cNvPicPr preferRelativeResize="0"/>
          <p:nvPr/>
        </p:nvPicPr>
        <p:blipFill>
          <a:blip r:embed="rId34">
            <a:alphaModFix/>
          </a:blip>
          <a:stretch>
            <a:fillRect/>
          </a:stretch>
        </p:blipFill>
        <p:spPr>
          <a:xfrm>
            <a:off x="1646684" y="2065199"/>
            <a:ext cx="401428" cy="401428"/>
          </a:xfrm>
          <a:prstGeom prst="rect">
            <a:avLst/>
          </a:prstGeom>
          <a:noFill/>
          <a:ln>
            <a:noFill/>
          </a:ln>
        </p:spPr>
      </p:pic>
      <p:pic>
        <p:nvPicPr>
          <p:cNvPr id="285" name="Google Shape;285;p26" title="bag.png"/>
          <p:cNvPicPr preferRelativeResize="0"/>
          <p:nvPr/>
        </p:nvPicPr>
        <p:blipFill>
          <a:blip r:embed="rId35">
            <a:alphaModFix/>
          </a:blip>
          <a:stretch>
            <a:fillRect/>
          </a:stretch>
        </p:blipFill>
        <p:spPr>
          <a:xfrm>
            <a:off x="1030359" y="2065199"/>
            <a:ext cx="401428" cy="401428"/>
          </a:xfrm>
          <a:prstGeom prst="rect">
            <a:avLst/>
          </a:prstGeom>
          <a:noFill/>
          <a:ln>
            <a:noFill/>
          </a:ln>
        </p:spPr>
      </p:pic>
      <p:pic>
        <p:nvPicPr>
          <p:cNvPr id="286" name="Google Shape;286;p26" title="basket.png"/>
          <p:cNvPicPr preferRelativeResize="0"/>
          <p:nvPr/>
        </p:nvPicPr>
        <p:blipFill>
          <a:blip r:embed="rId36">
            <a:alphaModFix/>
          </a:blip>
          <a:stretch>
            <a:fillRect/>
          </a:stretch>
        </p:blipFill>
        <p:spPr>
          <a:xfrm>
            <a:off x="2815909" y="2065199"/>
            <a:ext cx="401428" cy="401428"/>
          </a:xfrm>
          <a:prstGeom prst="rect">
            <a:avLst/>
          </a:prstGeom>
          <a:noFill/>
          <a:ln>
            <a:noFill/>
          </a:ln>
        </p:spPr>
      </p:pic>
      <p:pic>
        <p:nvPicPr>
          <p:cNvPr id="287" name="Google Shape;287;p26" title="battery-full.png"/>
          <p:cNvPicPr preferRelativeResize="0"/>
          <p:nvPr/>
        </p:nvPicPr>
        <p:blipFill>
          <a:blip r:embed="rId37">
            <a:alphaModFix/>
          </a:blip>
          <a:stretch>
            <a:fillRect/>
          </a:stretch>
        </p:blipFill>
        <p:spPr>
          <a:xfrm>
            <a:off x="2211734" y="2065199"/>
            <a:ext cx="401428" cy="401428"/>
          </a:xfrm>
          <a:prstGeom prst="rect">
            <a:avLst/>
          </a:prstGeom>
          <a:noFill/>
          <a:ln>
            <a:noFill/>
          </a:ln>
        </p:spPr>
      </p:pic>
      <p:pic>
        <p:nvPicPr>
          <p:cNvPr id="288" name="Google Shape;288;p26" title="arrows-out-cardinal.png"/>
          <p:cNvPicPr preferRelativeResize="0"/>
          <p:nvPr/>
        </p:nvPicPr>
        <p:blipFill>
          <a:blip r:embed="rId38">
            <a:alphaModFix/>
          </a:blip>
          <a:stretch>
            <a:fillRect/>
          </a:stretch>
        </p:blipFill>
        <p:spPr>
          <a:xfrm>
            <a:off x="5046953" y="2075634"/>
            <a:ext cx="380557" cy="380557"/>
          </a:xfrm>
          <a:prstGeom prst="rect">
            <a:avLst/>
          </a:prstGeom>
          <a:noFill/>
          <a:ln>
            <a:noFill/>
          </a:ln>
        </p:spPr>
      </p:pic>
      <p:pic>
        <p:nvPicPr>
          <p:cNvPr id="289" name="Google Shape;289;p26" title="arrows-left-right.png"/>
          <p:cNvPicPr preferRelativeResize="0"/>
          <p:nvPr/>
        </p:nvPicPr>
        <p:blipFill>
          <a:blip r:embed="rId39">
            <a:alphaModFix/>
          </a:blip>
          <a:stretch>
            <a:fillRect/>
          </a:stretch>
        </p:blipFill>
        <p:spPr>
          <a:xfrm>
            <a:off x="5583143" y="2075634"/>
            <a:ext cx="380557" cy="380557"/>
          </a:xfrm>
          <a:prstGeom prst="rect">
            <a:avLst/>
          </a:prstGeom>
          <a:noFill/>
          <a:ln>
            <a:noFill/>
          </a:ln>
        </p:spPr>
      </p:pic>
      <p:pic>
        <p:nvPicPr>
          <p:cNvPr id="290" name="Google Shape;290;p26" title="arrows-out.png"/>
          <p:cNvPicPr preferRelativeResize="0"/>
          <p:nvPr/>
        </p:nvPicPr>
        <p:blipFill>
          <a:blip r:embed="rId40">
            <a:alphaModFix/>
          </a:blip>
          <a:stretch>
            <a:fillRect/>
          </a:stretch>
        </p:blipFill>
        <p:spPr>
          <a:xfrm>
            <a:off x="4496963" y="2075634"/>
            <a:ext cx="380557" cy="380557"/>
          </a:xfrm>
          <a:prstGeom prst="rect">
            <a:avLst/>
          </a:prstGeom>
          <a:noFill/>
          <a:ln>
            <a:noFill/>
          </a:ln>
        </p:spPr>
      </p:pic>
      <p:pic>
        <p:nvPicPr>
          <p:cNvPr id="291" name="Google Shape;291;p26" title="dice-five.png"/>
          <p:cNvPicPr preferRelativeResize="0"/>
          <p:nvPr/>
        </p:nvPicPr>
        <p:blipFill>
          <a:blip r:embed="rId41">
            <a:alphaModFix/>
          </a:blip>
          <a:stretch>
            <a:fillRect/>
          </a:stretch>
        </p:blipFill>
        <p:spPr>
          <a:xfrm>
            <a:off x="4486529" y="3178633"/>
            <a:ext cx="401425" cy="401425"/>
          </a:xfrm>
          <a:prstGeom prst="rect">
            <a:avLst/>
          </a:prstGeom>
          <a:noFill/>
          <a:ln>
            <a:noFill/>
          </a:ln>
        </p:spPr>
      </p:pic>
      <p:pic>
        <p:nvPicPr>
          <p:cNvPr id="292" name="Google Shape;292;p26" title="disc.png"/>
          <p:cNvPicPr preferRelativeResize="0"/>
          <p:nvPr/>
        </p:nvPicPr>
        <p:blipFill>
          <a:blip r:embed="rId42">
            <a:alphaModFix/>
          </a:blip>
          <a:stretch>
            <a:fillRect/>
          </a:stretch>
        </p:blipFill>
        <p:spPr>
          <a:xfrm>
            <a:off x="6108390" y="3178633"/>
            <a:ext cx="401425" cy="401425"/>
          </a:xfrm>
          <a:prstGeom prst="rect">
            <a:avLst/>
          </a:prstGeom>
          <a:noFill/>
          <a:ln>
            <a:noFill/>
          </a:ln>
        </p:spPr>
      </p:pic>
      <p:pic>
        <p:nvPicPr>
          <p:cNvPr id="293" name="Google Shape;293;p26" title="discord-logo.png"/>
          <p:cNvPicPr preferRelativeResize="0"/>
          <p:nvPr/>
        </p:nvPicPr>
        <p:blipFill>
          <a:blip r:embed="rId43">
            <a:alphaModFix/>
          </a:blip>
          <a:stretch>
            <a:fillRect/>
          </a:stretch>
        </p:blipFill>
        <p:spPr>
          <a:xfrm>
            <a:off x="5572709" y="3178633"/>
            <a:ext cx="401425" cy="401425"/>
          </a:xfrm>
          <a:prstGeom prst="rect">
            <a:avLst/>
          </a:prstGeom>
          <a:noFill/>
          <a:ln>
            <a:noFill/>
          </a:ln>
        </p:spPr>
      </p:pic>
      <p:pic>
        <p:nvPicPr>
          <p:cNvPr id="294" name="Google Shape;294;p26" title="book-open-text.png"/>
          <p:cNvPicPr preferRelativeResize="0"/>
          <p:nvPr/>
        </p:nvPicPr>
        <p:blipFill>
          <a:blip r:embed="rId44">
            <a:alphaModFix/>
          </a:blip>
          <a:stretch>
            <a:fillRect/>
          </a:stretch>
        </p:blipFill>
        <p:spPr>
          <a:xfrm>
            <a:off x="5036519" y="3178633"/>
            <a:ext cx="401425" cy="401425"/>
          </a:xfrm>
          <a:prstGeom prst="rect">
            <a:avLst/>
          </a:prstGeom>
          <a:noFill/>
          <a:ln>
            <a:noFill/>
          </a:ln>
        </p:spPr>
      </p:pic>
      <p:pic>
        <p:nvPicPr>
          <p:cNvPr id="295" name="Google Shape;295;p26" title="box-arrow-down.png"/>
          <p:cNvPicPr preferRelativeResize="0"/>
          <p:nvPr/>
        </p:nvPicPr>
        <p:blipFill>
          <a:blip r:embed="rId45">
            <a:alphaModFix/>
          </a:blip>
          <a:stretch>
            <a:fillRect/>
          </a:stretch>
        </p:blipFill>
        <p:spPr>
          <a:xfrm>
            <a:off x="3931742" y="3178633"/>
            <a:ext cx="401425" cy="401425"/>
          </a:xfrm>
          <a:prstGeom prst="rect">
            <a:avLst/>
          </a:prstGeom>
          <a:noFill/>
          <a:ln>
            <a:noFill/>
          </a:ln>
        </p:spPr>
      </p:pic>
      <p:pic>
        <p:nvPicPr>
          <p:cNvPr id="296" name="Google Shape;296;p26" title="box-arrow-up.png"/>
          <p:cNvPicPr preferRelativeResize="0"/>
          <p:nvPr/>
        </p:nvPicPr>
        <p:blipFill>
          <a:blip r:embed="rId46">
            <a:alphaModFix/>
          </a:blip>
          <a:stretch>
            <a:fillRect/>
          </a:stretch>
        </p:blipFill>
        <p:spPr>
          <a:xfrm>
            <a:off x="3366510" y="3178633"/>
            <a:ext cx="401425" cy="401425"/>
          </a:xfrm>
          <a:prstGeom prst="rect">
            <a:avLst/>
          </a:prstGeom>
          <a:noFill/>
          <a:ln>
            <a:noFill/>
          </a:ln>
        </p:spPr>
      </p:pic>
      <p:pic>
        <p:nvPicPr>
          <p:cNvPr id="297" name="Google Shape;297;p26" title="brackets-curly.png"/>
          <p:cNvPicPr preferRelativeResize="0"/>
          <p:nvPr/>
        </p:nvPicPr>
        <p:blipFill>
          <a:blip r:embed="rId47">
            <a:alphaModFix/>
          </a:blip>
          <a:stretch>
            <a:fillRect/>
          </a:stretch>
        </p:blipFill>
        <p:spPr>
          <a:xfrm>
            <a:off x="2815910" y="3178633"/>
            <a:ext cx="401425" cy="401425"/>
          </a:xfrm>
          <a:prstGeom prst="rect">
            <a:avLst/>
          </a:prstGeom>
          <a:noFill/>
          <a:ln>
            <a:noFill/>
          </a:ln>
        </p:spPr>
      </p:pic>
      <p:pic>
        <p:nvPicPr>
          <p:cNvPr id="298" name="Google Shape;298;p26" title="brain.png"/>
          <p:cNvPicPr preferRelativeResize="0"/>
          <p:nvPr/>
        </p:nvPicPr>
        <p:blipFill>
          <a:blip r:embed="rId48">
            <a:alphaModFix/>
          </a:blip>
          <a:stretch>
            <a:fillRect/>
          </a:stretch>
        </p:blipFill>
        <p:spPr>
          <a:xfrm>
            <a:off x="2211736" y="3178633"/>
            <a:ext cx="401425" cy="401425"/>
          </a:xfrm>
          <a:prstGeom prst="rect">
            <a:avLst/>
          </a:prstGeom>
          <a:noFill/>
          <a:ln>
            <a:noFill/>
          </a:ln>
        </p:spPr>
      </p:pic>
      <p:pic>
        <p:nvPicPr>
          <p:cNvPr id="299" name="Google Shape;299;p26" title="briefcase.png"/>
          <p:cNvPicPr preferRelativeResize="0"/>
          <p:nvPr/>
        </p:nvPicPr>
        <p:blipFill>
          <a:blip r:embed="rId49">
            <a:alphaModFix/>
          </a:blip>
          <a:stretch>
            <a:fillRect/>
          </a:stretch>
        </p:blipFill>
        <p:spPr>
          <a:xfrm>
            <a:off x="1646685" y="3178633"/>
            <a:ext cx="401425" cy="401425"/>
          </a:xfrm>
          <a:prstGeom prst="rect">
            <a:avLst/>
          </a:prstGeom>
          <a:noFill/>
          <a:ln>
            <a:noFill/>
          </a:ln>
        </p:spPr>
      </p:pic>
      <p:pic>
        <p:nvPicPr>
          <p:cNvPr id="300" name="Google Shape;300;p26" title="circle-half.png"/>
          <p:cNvPicPr preferRelativeResize="0"/>
          <p:nvPr/>
        </p:nvPicPr>
        <p:blipFill>
          <a:blip r:embed="rId50">
            <a:alphaModFix/>
          </a:blip>
          <a:stretch>
            <a:fillRect/>
          </a:stretch>
        </p:blipFill>
        <p:spPr>
          <a:xfrm>
            <a:off x="1030360" y="3178633"/>
            <a:ext cx="401425" cy="401425"/>
          </a:xfrm>
          <a:prstGeom prst="rect">
            <a:avLst/>
          </a:prstGeom>
          <a:noFill/>
          <a:ln>
            <a:noFill/>
          </a:ln>
        </p:spPr>
      </p:pic>
      <p:pic>
        <p:nvPicPr>
          <p:cNvPr id="301" name="Google Shape;301;p26" title="circuitry.png"/>
          <p:cNvPicPr preferRelativeResize="0"/>
          <p:nvPr/>
        </p:nvPicPr>
        <p:blipFill>
          <a:blip r:embed="rId51">
            <a:alphaModFix/>
          </a:blip>
          <a:stretch>
            <a:fillRect/>
          </a:stretch>
        </p:blipFill>
        <p:spPr>
          <a:xfrm>
            <a:off x="444606" y="3178633"/>
            <a:ext cx="401425" cy="401425"/>
          </a:xfrm>
          <a:prstGeom prst="rect">
            <a:avLst/>
          </a:prstGeom>
          <a:noFill/>
          <a:ln>
            <a:noFill/>
          </a:ln>
        </p:spPr>
      </p:pic>
      <p:pic>
        <p:nvPicPr>
          <p:cNvPr id="302" name="Google Shape;302;p26" title="city.png"/>
          <p:cNvPicPr preferRelativeResize="0"/>
          <p:nvPr/>
        </p:nvPicPr>
        <p:blipFill>
          <a:blip r:embed="rId52">
            <a:alphaModFix/>
          </a:blip>
          <a:stretch>
            <a:fillRect/>
          </a:stretch>
        </p:blipFill>
        <p:spPr>
          <a:xfrm>
            <a:off x="7752254" y="2631316"/>
            <a:ext cx="401425" cy="401425"/>
          </a:xfrm>
          <a:prstGeom prst="rect">
            <a:avLst/>
          </a:prstGeom>
          <a:noFill/>
          <a:ln>
            <a:noFill/>
          </a:ln>
        </p:spPr>
      </p:pic>
      <p:pic>
        <p:nvPicPr>
          <p:cNvPr id="303" name="Google Shape;303;p26" title="clock.png"/>
          <p:cNvPicPr preferRelativeResize="0"/>
          <p:nvPr/>
        </p:nvPicPr>
        <p:blipFill>
          <a:blip r:embed="rId53">
            <a:alphaModFix/>
          </a:blip>
          <a:stretch>
            <a:fillRect/>
          </a:stretch>
        </p:blipFill>
        <p:spPr>
          <a:xfrm>
            <a:off x="7217623" y="2631316"/>
            <a:ext cx="401425" cy="401425"/>
          </a:xfrm>
          <a:prstGeom prst="rect">
            <a:avLst/>
          </a:prstGeom>
          <a:noFill/>
          <a:ln>
            <a:noFill/>
          </a:ln>
        </p:spPr>
      </p:pic>
      <p:pic>
        <p:nvPicPr>
          <p:cNvPr id="304" name="Google Shape;304;p26" title="cloud-arrow-down.png"/>
          <p:cNvPicPr preferRelativeResize="0"/>
          <p:nvPr/>
        </p:nvPicPr>
        <p:blipFill>
          <a:blip r:embed="rId54">
            <a:alphaModFix/>
          </a:blip>
          <a:stretch>
            <a:fillRect/>
          </a:stretch>
        </p:blipFill>
        <p:spPr>
          <a:xfrm>
            <a:off x="6693734" y="2631316"/>
            <a:ext cx="401425" cy="401425"/>
          </a:xfrm>
          <a:prstGeom prst="rect">
            <a:avLst/>
          </a:prstGeom>
          <a:noFill/>
          <a:ln>
            <a:noFill/>
          </a:ln>
        </p:spPr>
      </p:pic>
      <p:pic>
        <p:nvPicPr>
          <p:cNvPr id="305" name="Google Shape;305;p26" title="cloud-arrow-up.png"/>
          <p:cNvPicPr preferRelativeResize="0"/>
          <p:nvPr/>
        </p:nvPicPr>
        <p:blipFill>
          <a:blip r:embed="rId55">
            <a:alphaModFix/>
          </a:blip>
          <a:stretch>
            <a:fillRect/>
          </a:stretch>
        </p:blipFill>
        <p:spPr>
          <a:xfrm>
            <a:off x="6108390" y="2631316"/>
            <a:ext cx="401425" cy="401425"/>
          </a:xfrm>
          <a:prstGeom prst="rect">
            <a:avLst/>
          </a:prstGeom>
          <a:noFill/>
          <a:ln>
            <a:noFill/>
          </a:ln>
        </p:spPr>
      </p:pic>
      <p:pic>
        <p:nvPicPr>
          <p:cNvPr id="306" name="Google Shape;306;p26" title="coda-logo.png"/>
          <p:cNvPicPr preferRelativeResize="0"/>
          <p:nvPr/>
        </p:nvPicPr>
        <p:blipFill>
          <a:blip r:embed="rId56">
            <a:alphaModFix/>
          </a:blip>
          <a:stretch>
            <a:fillRect/>
          </a:stretch>
        </p:blipFill>
        <p:spPr>
          <a:xfrm>
            <a:off x="5572709" y="2631316"/>
            <a:ext cx="401425" cy="401425"/>
          </a:xfrm>
          <a:prstGeom prst="rect">
            <a:avLst/>
          </a:prstGeom>
          <a:noFill/>
          <a:ln>
            <a:noFill/>
          </a:ln>
        </p:spPr>
      </p:pic>
      <p:pic>
        <p:nvPicPr>
          <p:cNvPr id="307" name="Google Shape;307;p26" title="code.png"/>
          <p:cNvPicPr preferRelativeResize="0"/>
          <p:nvPr/>
        </p:nvPicPr>
        <p:blipFill>
          <a:blip r:embed="rId57">
            <a:alphaModFix/>
          </a:blip>
          <a:stretch>
            <a:fillRect/>
          </a:stretch>
        </p:blipFill>
        <p:spPr>
          <a:xfrm>
            <a:off x="5036519" y="2631316"/>
            <a:ext cx="401425" cy="401425"/>
          </a:xfrm>
          <a:prstGeom prst="rect">
            <a:avLst/>
          </a:prstGeom>
          <a:noFill/>
          <a:ln>
            <a:noFill/>
          </a:ln>
        </p:spPr>
      </p:pic>
      <p:pic>
        <p:nvPicPr>
          <p:cNvPr id="308" name="Google Shape;308;p26" title="code-block.png"/>
          <p:cNvPicPr preferRelativeResize="0"/>
          <p:nvPr/>
        </p:nvPicPr>
        <p:blipFill>
          <a:blip r:embed="rId58">
            <a:alphaModFix/>
          </a:blip>
          <a:stretch>
            <a:fillRect/>
          </a:stretch>
        </p:blipFill>
        <p:spPr>
          <a:xfrm>
            <a:off x="4486529" y="2631316"/>
            <a:ext cx="401425" cy="401425"/>
          </a:xfrm>
          <a:prstGeom prst="rect">
            <a:avLst/>
          </a:prstGeom>
          <a:noFill/>
          <a:ln>
            <a:noFill/>
          </a:ln>
        </p:spPr>
      </p:pic>
      <p:pic>
        <p:nvPicPr>
          <p:cNvPr id="309" name="Google Shape;309;p26" title="codepen-logo.png"/>
          <p:cNvPicPr preferRelativeResize="0"/>
          <p:nvPr/>
        </p:nvPicPr>
        <p:blipFill>
          <a:blip r:embed="rId59">
            <a:alphaModFix/>
          </a:blip>
          <a:stretch>
            <a:fillRect/>
          </a:stretch>
        </p:blipFill>
        <p:spPr>
          <a:xfrm>
            <a:off x="3931742" y="2631316"/>
            <a:ext cx="401425" cy="401425"/>
          </a:xfrm>
          <a:prstGeom prst="rect">
            <a:avLst/>
          </a:prstGeom>
          <a:noFill/>
          <a:ln>
            <a:noFill/>
          </a:ln>
        </p:spPr>
      </p:pic>
      <p:pic>
        <p:nvPicPr>
          <p:cNvPr id="310" name="Google Shape;310;p26" title="codesandbox-logo.png"/>
          <p:cNvPicPr preferRelativeResize="0"/>
          <p:nvPr/>
        </p:nvPicPr>
        <p:blipFill>
          <a:blip r:embed="rId60">
            <a:alphaModFix/>
          </a:blip>
          <a:stretch>
            <a:fillRect/>
          </a:stretch>
        </p:blipFill>
        <p:spPr>
          <a:xfrm>
            <a:off x="3366510" y="2631316"/>
            <a:ext cx="401425" cy="401425"/>
          </a:xfrm>
          <a:prstGeom prst="rect">
            <a:avLst/>
          </a:prstGeom>
          <a:noFill/>
          <a:ln>
            <a:noFill/>
          </a:ln>
        </p:spPr>
      </p:pic>
      <p:pic>
        <p:nvPicPr>
          <p:cNvPr id="311" name="Google Shape;311;p26" title="corners-out.png"/>
          <p:cNvPicPr preferRelativeResize="0"/>
          <p:nvPr/>
        </p:nvPicPr>
        <p:blipFill>
          <a:blip r:embed="rId61">
            <a:alphaModFix/>
          </a:blip>
          <a:stretch>
            <a:fillRect/>
          </a:stretch>
        </p:blipFill>
        <p:spPr>
          <a:xfrm>
            <a:off x="2815910" y="2631316"/>
            <a:ext cx="401425" cy="401425"/>
          </a:xfrm>
          <a:prstGeom prst="rect">
            <a:avLst/>
          </a:prstGeom>
          <a:noFill/>
          <a:ln>
            <a:noFill/>
          </a:ln>
        </p:spPr>
      </p:pic>
      <p:pic>
        <p:nvPicPr>
          <p:cNvPr id="312" name="Google Shape;312;p26" title="credit-card.png"/>
          <p:cNvPicPr preferRelativeResize="0"/>
          <p:nvPr/>
        </p:nvPicPr>
        <p:blipFill>
          <a:blip r:embed="rId62">
            <a:alphaModFix/>
          </a:blip>
          <a:stretch>
            <a:fillRect/>
          </a:stretch>
        </p:blipFill>
        <p:spPr>
          <a:xfrm>
            <a:off x="2211736" y="2631316"/>
            <a:ext cx="401425" cy="401425"/>
          </a:xfrm>
          <a:prstGeom prst="rect">
            <a:avLst/>
          </a:prstGeom>
          <a:noFill/>
          <a:ln>
            <a:noFill/>
          </a:ln>
        </p:spPr>
      </p:pic>
      <p:pic>
        <p:nvPicPr>
          <p:cNvPr id="313" name="Google Shape;313;p26" title="cube.png"/>
          <p:cNvPicPr preferRelativeResize="0"/>
          <p:nvPr/>
        </p:nvPicPr>
        <p:blipFill>
          <a:blip r:embed="rId63">
            <a:alphaModFix/>
          </a:blip>
          <a:stretch>
            <a:fillRect/>
          </a:stretch>
        </p:blipFill>
        <p:spPr>
          <a:xfrm>
            <a:off x="1646685" y="2631316"/>
            <a:ext cx="401425" cy="401425"/>
          </a:xfrm>
          <a:prstGeom prst="rect">
            <a:avLst/>
          </a:prstGeom>
          <a:noFill/>
          <a:ln>
            <a:noFill/>
          </a:ln>
        </p:spPr>
      </p:pic>
      <p:pic>
        <p:nvPicPr>
          <p:cNvPr id="314" name="Google Shape;314;p26" title="cube-focus.png"/>
          <p:cNvPicPr preferRelativeResize="0"/>
          <p:nvPr/>
        </p:nvPicPr>
        <p:blipFill>
          <a:blip r:embed="rId64">
            <a:alphaModFix/>
          </a:blip>
          <a:stretch>
            <a:fillRect/>
          </a:stretch>
        </p:blipFill>
        <p:spPr>
          <a:xfrm>
            <a:off x="1030360" y="2631316"/>
            <a:ext cx="401425" cy="401425"/>
          </a:xfrm>
          <a:prstGeom prst="rect">
            <a:avLst/>
          </a:prstGeom>
          <a:noFill/>
          <a:ln>
            <a:noFill/>
          </a:ln>
        </p:spPr>
      </p:pic>
      <p:pic>
        <p:nvPicPr>
          <p:cNvPr id="315" name="Google Shape;315;p26" title="database.png"/>
          <p:cNvPicPr preferRelativeResize="0"/>
          <p:nvPr/>
        </p:nvPicPr>
        <p:blipFill>
          <a:blip r:embed="rId65">
            <a:alphaModFix/>
          </a:blip>
          <a:stretch>
            <a:fillRect/>
          </a:stretch>
        </p:blipFill>
        <p:spPr>
          <a:xfrm>
            <a:off x="444606" y="2631316"/>
            <a:ext cx="401425" cy="401425"/>
          </a:xfrm>
          <a:prstGeom prst="rect">
            <a:avLst/>
          </a:prstGeom>
          <a:noFill/>
          <a:ln>
            <a:noFill/>
          </a:ln>
        </p:spPr>
      </p:pic>
      <p:pic>
        <p:nvPicPr>
          <p:cNvPr id="316" name="Google Shape;316;p26" title="desktop.png"/>
          <p:cNvPicPr preferRelativeResize="0"/>
          <p:nvPr/>
        </p:nvPicPr>
        <p:blipFill>
          <a:blip r:embed="rId66">
            <a:alphaModFix/>
          </a:blip>
          <a:stretch>
            <a:fillRect/>
          </a:stretch>
        </p:blipFill>
        <p:spPr>
          <a:xfrm>
            <a:off x="7752254" y="2065200"/>
            <a:ext cx="401425" cy="401425"/>
          </a:xfrm>
          <a:prstGeom prst="rect">
            <a:avLst/>
          </a:prstGeom>
          <a:noFill/>
          <a:ln>
            <a:noFill/>
          </a:ln>
        </p:spPr>
      </p:pic>
      <p:pic>
        <p:nvPicPr>
          <p:cNvPr id="317" name="Google Shape;317;p26" title="desktop-tower.png"/>
          <p:cNvPicPr preferRelativeResize="0"/>
          <p:nvPr/>
        </p:nvPicPr>
        <p:blipFill>
          <a:blip r:embed="rId67">
            <a:alphaModFix/>
          </a:blip>
          <a:stretch>
            <a:fillRect/>
          </a:stretch>
        </p:blipFill>
        <p:spPr>
          <a:xfrm>
            <a:off x="7217623" y="2065200"/>
            <a:ext cx="401425" cy="401425"/>
          </a:xfrm>
          <a:prstGeom prst="rect">
            <a:avLst/>
          </a:prstGeom>
          <a:noFill/>
          <a:ln>
            <a:noFill/>
          </a:ln>
        </p:spPr>
      </p:pic>
      <p:pic>
        <p:nvPicPr>
          <p:cNvPr id="318" name="Google Shape;318;p26" title="devices.png"/>
          <p:cNvPicPr preferRelativeResize="0"/>
          <p:nvPr/>
        </p:nvPicPr>
        <p:blipFill>
          <a:blip r:embed="rId68">
            <a:alphaModFix/>
          </a:blip>
          <a:stretch>
            <a:fillRect/>
          </a:stretch>
        </p:blipFill>
        <p:spPr>
          <a:xfrm>
            <a:off x="6693734" y="2065200"/>
            <a:ext cx="401425" cy="401425"/>
          </a:xfrm>
          <a:prstGeom prst="rect">
            <a:avLst/>
          </a:prstGeom>
          <a:noFill/>
          <a:ln>
            <a:noFill/>
          </a:ln>
        </p:spPr>
      </p:pic>
      <p:pic>
        <p:nvPicPr>
          <p:cNvPr id="319" name="Google Shape;319;p26" title="dev-to-logo.png"/>
          <p:cNvPicPr preferRelativeResize="0"/>
          <p:nvPr/>
        </p:nvPicPr>
        <p:blipFill>
          <a:blip r:embed="rId69">
            <a:alphaModFix/>
          </a:blip>
          <a:stretch>
            <a:fillRect/>
          </a:stretch>
        </p:blipFill>
        <p:spPr>
          <a:xfrm>
            <a:off x="6108390" y="2065200"/>
            <a:ext cx="401425" cy="401425"/>
          </a:xfrm>
          <a:prstGeom prst="rect">
            <a:avLst/>
          </a:prstGeom>
          <a:noFill/>
          <a:ln>
            <a:noFill/>
          </a:ln>
        </p:spPr>
      </p:pic>
      <p:pic>
        <p:nvPicPr>
          <p:cNvPr id="320" name="Google Shape;320;p26" title="intersect-three.png"/>
          <p:cNvPicPr preferRelativeResize="0"/>
          <p:nvPr/>
        </p:nvPicPr>
        <p:blipFill>
          <a:blip r:embed="rId70">
            <a:alphaModFix/>
          </a:blip>
          <a:stretch>
            <a:fillRect/>
          </a:stretch>
        </p:blipFill>
        <p:spPr>
          <a:xfrm>
            <a:off x="1092513" y="4260859"/>
            <a:ext cx="373450" cy="373450"/>
          </a:xfrm>
          <a:prstGeom prst="rect">
            <a:avLst/>
          </a:prstGeom>
          <a:noFill/>
          <a:ln>
            <a:noFill/>
          </a:ln>
        </p:spPr>
      </p:pic>
      <p:pic>
        <p:nvPicPr>
          <p:cNvPr id="321" name="Google Shape;321;p26" title="empty - kopie.png"/>
          <p:cNvPicPr preferRelativeResize="0"/>
          <p:nvPr/>
        </p:nvPicPr>
        <p:blipFill>
          <a:blip r:embed="rId71">
            <a:alphaModFix/>
          </a:blip>
          <a:stretch>
            <a:fillRect/>
          </a:stretch>
        </p:blipFill>
        <p:spPr>
          <a:xfrm>
            <a:off x="1715688" y="4260859"/>
            <a:ext cx="373450" cy="373450"/>
          </a:xfrm>
          <a:prstGeom prst="rect">
            <a:avLst/>
          </a:prstGeom>
          <a:noFill/>
          <a:ln>
            <a:noFill/>
          </a:ln>
        </p:spPr>
      </p:pic>
      <p:pic>
        <p:nvPicPr>
          <p:cNvPr id="322" name="Google Shape;322;p26" title="engine - kopie.png"/>
          <p:cNvPicPr preferRelativeResize="0"/>
          <p:nvPr/>
        </p:nvPicPr>
        <p:blipFill>
          <a:blip r:embed="rId72">
            <a:alphaModFix/>
          </a:blip>
          <a:stretch>
            <a:fillRect/>
          </a:stretch>
        </p:blipFill>
        <p:spPr>
          <a:xfrm>
            <a:off x="2235100" y="4260859"/>
            <a:ext cx="373450" cy="373450"/>
          </a:xfrm>
          <a:prstGeom prst="rect">
            <a:avLst/>
          </a:prstGeom>
          <a:noFill/>
          <a:ln>
            <a:noFill/>
          </a:ln>
        </p:spPr>
      </p:pic>
      <p:pic>
        <p:nvPicPr>
          <p:cNvPr id="323" name="Google Shape;323;p26" title="exam - kopie.png"/>
          <p:cNvPicPr preferRelativeResize="0"/>
          <p:nvPr/>
        </p:nvPicPr>
        <p:blipFill>
          <a:blip r:embed="rId73">
            <a:alphaModFix/>
          </a:blip>
          <a:stretch>
            <a:fillRect/>
          </a:stretch>
        </p:blipFill>
        <p:spPr>
          <a:xfrm>
            <a:off x="8271500" y="4260859"/>
            <a:ext cx="373450" cy="373450"/>
          </a:xfrm>
          <a:prstGeom prst="rect">
            <a:avLst/>
          </a:prstGeom>
          <a:noFill/>
          <a:ln>
            <a:noFill/>
          </a:ln>
        </p:spPr>
      </p:pic>
      <p:pic>
        <p:nvPicPr>
          <p:cNvPr id="324" name="Google Shape;324;p26" title="exclude - kopie.png"/>
          <p:cNvPicPr preferRelativeResize="0"/>
          <p:nvPr/>
        </p:nvPicPr>
        <p:blipFill>
          <a:blip r:embed="rId74">
            <a:alphaModFix/>
          </a:blip>
          <a:stretch>
            <a:fillRect/>
          </a:stretch>
        </p:blipFill>
        <p:spPr>
          <a:xfrm>
            <a:off x="3958375" y="4260859"/>
            <a:ext cx="373450" cy="373450"/>
          </a:xfrm>
          <a:prstGeom prst="rect">
            <a:avLst/>
          </a:prstGeom>
          <a:noFill/>
          <a:ln>
            <a:noFill/>
          </a:ln>
        </p:spPr>
      </p:pic>
      <p:pic>
        <p:nvPicPr>
          <p:cNvPr id="325" name="Google Shape;325;p26" title="eye - kopie.png"/>
          <p:cNvPicPr preferRelativeResize="0"/>
          <p:nvPr/>
        </p:nvPicPr>
        <p:blipFill>
          <a:blip r:embed="rId75">
            <a:alphaModFix/>
          </a:blip>
          <a:stretch>
            <a:fillRect/>
          </a:stretch>
        </p:blipFill>
        <p:spPr>
          <a:xfrm>
            <a:off x="3366213" y="4260859"/>
            <a:ext cx="373450" cy="373450"/>
          </a:xfrm>
          <a:prstGeom prst="rect">
            <a:avLst/>
          </a:prstGeom>
          <a:noFill/>
          <a:ln>
            <a:noFill/>
          </a:ln>
        </p:spPr>
      </p:pic>
      <p:pic>
        <p:nvPicPr>
          <p:cNvPr id="326" name="Google Shape;326;p26" title="eye-closed - kopie.png"/>
          <p:cNvPicPr preferRelativeResize="0"/>
          <p:nvPr/>
        </p:nvPicPr>
        <p:blipFill>
          <a:blip r:embed="rId76">
            <a:alphaModFix/>
          </a:blip>
          <a:stretch>
            <a:fillRect/>
          </a:stretch>
        </p:blipFill>
        <p:spPr>
          <a:xfrm>
            <a:off x="4509700" y="4260859"/>
            <a:ext cx="373450" cy="373450"/>
          </a:xfrm>
          <a:prstGeom prst="rect">
            <a:avLst/>
          </a:prstGeom>
          <a:noFill/>
          <a:ln>
            <a:noFill/>
          </a:ln>
        </p:spPr>
      </p:pic>
      <p:pic>
        <p:nvPicPr>
          <p:cNvPr id="327" name="Google Shape;327;p26" title="file-arrow-down - kopie.png"/>
          <p:cNvPicPr preferRelativeResize="0"/>
          <p:nvPr/>
        </p:nvPicPr>
        <p:blipFill>
          <a:blip r:embed="rId77">
            <a:alphaModFix/>
          </a:blip>
          <a:stretch>
            <a:fillRect/>
          </a:stretch>
        </p:blipFill>
        <p:spPr>
          <a:xfrm>
            <a:off x="2809525" y="4260859"/>
            <a:ext cx="373450" cy="373450"/>
          </a:xfrm>
          <a:prstGeom prst="rect">
            <a:avLst/>
          </a:prstGeom>
          <a:noFill/>
          <a:ln>
            <a:noFill/>
          </a:ln>
        </p:spPr>
      </p:pic>
      <p:pic>
        <p:nvPicPr>
          <p:cNvPr id="328" name="Google Shape;328;p26" title="file-arrow-up - kopie.png"/>
          <p:cNvPicPr preferRelativeResize="0"/>
          <p:nvPr/>
        </p:nvPicPr>
        <p:blipFill>
          <a:blip r:embed="rId78">
            <a:alphaModFix/>
          </a:blip>
          <a:stretch>
            <a:fillRect/>
          </a:stretch>
        </p:blipFill>
        <p:spPr>
          <a:xfrm>
            <a:off x="5108775" y="4260859"/>
            <a:ext cx="373450" cy="373450"/>
          </a:xfrm>
          <a:prstGeom prst="rect">
            <a:avLst/>
          </a:prstGeom>
          <a:noFill/>
          <a:ln>
            <a:noFill/>
          </a:ln>
        </p:spPr>
      </p:pic>
      <p:pic>
        <p:nvPicPr>
          <p:cNvPr id="329" name="Google Shape;329;p26" title="file-csv - kopie.png"/>
          <p:cNvPicPr preferRelativeResize="0"/>
          <p:nvPr/>
        </p:nvPicPr>
        <p:blipFill>
          <a:blip r:embed="rId79">
            <a:alphaModFix/>
          </a:blip>
          <a:stretch>
            <a:fillRect/>
          </a:stretch>
        </p:blipFill>
        <p:spPr>
          <a:xfrm>
            <a:off x="6203500" y="4260859"/>
            <a:ext cx="373450" cy="373450"/>
          </a:xfrm>
          <a:prstGeom prst="rect">
            <a:avLst/>
          </a:prstGeom>
          <a:noFill/>
          <a:ln>
            <a:noFill/>
          </a:ln>
        </p:spPr>
      </p:pic>
      <p:pic>
        <p:nvPicPr>
          <p:cNvPr id="330" name="Google Shape;330;p26" title="file-doc - kopie.png"/>
          <p:cNvPicPr preferRelativeResize="0"/>
          <p:nvPr/>
        </p:nvPicPr>
        <p:blipFill>
          <a:blip r:embed="rId80">
            <a:alphaModFix/>
          </a:blip>
          <a:stretch>
            <a:fillRect/>
          </a:stretch>
        </p:blipFill>
        <p:spPr>
          <a:xfrm>
            <a:off x="7754488" y="4260859"/>
            <a:ext cx="373450" cy="373450"/>
          </a:xfrm>
          <a:prstGeom prst="rect">
            <a:avLst/>
          </a:prstGeom>
          <a:noFill/>
          <a:ln>
            <a:noFill/>
          </a:ln>
        </p:spPr>
      </p:pic>
      <p:pic>
        <p:nvPicPr>
          <p:cNvPr id="331" name="Google Shape;331;p26" title="file-pdf - kopie.png"/>
          <p:cNvPicPr preferRelativeResize="0"/>
          <p:nvPr/>
        </p:nvPicPr>
        <p:blipFill>
          <a:blip r:embed="rId81">
            <a:alphaModFix/>
          </a:blip>
          <a:stretch>
            <a:fillRect/>
          </a:stretch>
        </p:blipFill>
        <p:spPr>
          <a:xfrm>
            <a:off x="7237500" y="4260859"/>
            <a:ext cx="373450" cy="373450"/>
          </a:xfrm>
          <a:prstGeom prst="rect">
            <a:avLst/>
          </a:prstGeom>
          <a:noFill/>
          <a:ln>
            <a:noFill/>
          </a:ln>
        </p:spPr>
      </p:pic>
      <p:pic>
        <p:nvPicPr>
          <p:cNvPr id="332" name="Google Shape;332;p26" title="file-png - kopie.png"/>
          <p:cNvPicPr preferRelativeResize="0"/>
          <p:nvPr/>
        </p:nvPicPr>
        <p:blipFill>
          <a:blip r:embed="rId82">
            <a:alphaModFix/>
          </a:blip>
          <a:stretch>
            <a:fillRect/>
          </a:stretch>
        </p:blipFill>
        <p:spPr>
          <a:xfrm>
            <a:off x="6720500" y="4260859"/>
            <a:ext cx="373450" cy="373450"/>
          </a:xfrm>
          <a:prstGeom prst="rect">
            <a:avLst/>
          </a:prstGeom>
          <a:noFill/>
          <a:ln>
            <a:noFill/>
          </a:ln>
        </p:spPr>
      </p:pic>
      <p:pic>
        <p:nvPicPr>
          <p:cNvPr id="333" name="Google Shape;333;p26" title="file-ppt - kopie.png"/>
          <p:cNvPicPr preferRelativeResize="0"/>
          <p:nvPr/>
        </p:nvPicPr>
        <p:blipFill>
          <a:blip r:embed="rId83">
            <a:alphaModFix/>
          </a:blip>
          <a:stretch>
            <a:fillRect/>
          </a:stretch>
        </p:blipFill>
        <p:spPr>
          <a:xfrm>
            <a:off x="5603200" y="4260859"/>
            <a:ext cx="373450" cy="373450"/>
          </a:xfrm>
          <a:prstGeom prst="rect">
            <a:avLst/>
          </a:prstGeom>
          <a:noFill/>
          <a:ln>
            <a:noFill/>
          </a:ln>
        </p:spPr>
      </p:pic>
      <p:pic>
        <p:nvPicPr>
          <p:cNvPr id="334" name="Google Shape;334;p26" title="fingerprint - kopie.png"/>
          <p:cNvPicPr preferRelativeResize="0"/>
          <p:nvPr/>
        </p:nvPicPr>
        <p:blipFill>
          <a:blip r:embed="rId84">
            <a:alphaModFix/>
          </a:blip>
          <a:stretch>
            <a:fillRect/>
          </a:stretch>
        </p:blipFill>
        <p:spPr>
          <a:xfrm>
            <a:off x="469325" y="4260859"/>
            <a:ext cx="373450" cy="373450"/>
          </a:xfrm>
          <a:prstGeom prst="rect">
            <a:avLst/>
          </a:prstGeom>
          <a:noFill/>
          <a:ln>
            <a:noFill/>
          </a:ln>
        </p:spPr>
      </p:pic>
      <p:pic>
        <p:nvPicPr>
          <p:cNvPr id="335" name="Google Shape;335;p26" title="flag-banner-fold - kopie.png"/>
          <p:cNvPicPr preferRelativeResize="0"/>
          <p:nvPr/>
        </p:nvPicPr>
        <p:blipFill>
          <a:blip r:embed="rId85">
            <a:alphaModFix/>
          </a:blip>
          <a:stretch>
            <a:fillRect/>
          </a:stretch>
        </p:blipFill>
        <p:spPr>
          <a:xfrm>
            <a:off x="8271500" y="3731471"/>
            <a:ext cx="373450" cy="373450"/>
          </a:xfrm>
          <a:prstGeom prst="rect">
            <a:avLst/>
          </a:prstGeom>
          <a:noFill/>
          <a:ln>
            <a:noFill/>
          </a:ln>
        </p:spPr>
      </p:pic>
      <p:pic>
        <p:nvPicPr>
          <p:cNvPr id="336" name="Google Shape;336;p26" title="floppy-disk - kopie.png"/>
          <p:cNvPicPr preferRelativeResize="0"/>
          <p:nvPr/>
        </p:nvPicPr>
        <p:blipFill>
          <a:blip r:embed="rId86">
            <a:alphaModFix/>
          </a:blip>
          <a:stretch>
            <a:fillRect/>
          </a:stretch>
        </p:blipFill>
        <p:spPr>
          <a:xfrm>
            <a:off x="7754500" y="3731471"/>
            <a:ext cx="373450" cy="373450"/>
          </a:xfrm>
          <a:prstGeom prst="rect">
            <a:avLst/>
          </a:prstGeom>
          <a:noFill/>
          <a:ln>
            <a:noFill/>
          </a:ln>
        </p:spPr>
      </p:pic>
      <p:pic>
        <p:nvPicPr>
          <p:cNvPr id="337" name="Google Shape;337;p26" title="floppy-disk-back - kopie.png"/>
          <p:cNvPicPr preferRelativeResize="0"/>
          <p:nvPr/>
        </p:nvPicPr>
        <p:blipFill>
          <a:blip r:embed="rId87">
            <a:alphaModFix/>
          </a:blip>
          <a:stretch>
            <a:fillRect/>
          </a:stretch>
        </p:blipFill>
        <p:spPr>
          <a:xfrm>
            <a:off x="7237500" y="3731471"/>
            <a:ext cx="373450" cy="373450"/>
          </a:xfrm>
          <a:prstGeom prst="rect">
            <a:avLst/>
          </a:prstGeom>
          <a:noFill/>
          <a:ln>
            <a:noFill/>
          </a:ln>
        </p:spPr>
      </p:pic>
      <p:pic>
        <p:nvPicPr>
          <p:cNvPr id="338" name="Google Shape;338;p26" title="flow-arrow - kopie.png"/>
          <p:cNvPicPr preferRelativeResize="0"/>
          <p:nvPr/>
        </p:nvPicPr>
        <p:blipFill>
          <a:blip r:embed="rId88">
            <a:alphaModFix/>
          </a:blip>
          <a:stretch>
            <a:fillRect/>
          </a:stretch>
        </p:blipFill>
        <p:spPr>
          <a:xfrm>
            <a:off x="6720500" y="3731471"/>
            <a:ext cx="373450" cy="373450"/>
          </a:xfrm>
          <a:prstGeom prst="rect">
            <a:avLst/>
          </a:prstGeom>
          <a:noFill/>
          <a:ln>
            <a:noFill/>
          </a:ln>
        </p:spPr>
      </p:pic>
      <p:pic>
        <p:nvPicPr>
          <p:cNvPr id="339" name="Google Shape;339;p26" title="folder-simple - kopie.png"/>
          <p:cNvPicPr preferRelativeResize="0"/>
          <p:nvPr/>
        </p:nvPicPr>
        <p:blipFill>
          <a:blip r:embed="rId89">
            <a:alphaModFix/>
          </a:blip>
          <a:stretch>
            <a:fillRect/>
          </a:stretch>
        </p:blipFill>
        <p:spPr>
          <a:xfrm>
            <a:off x="6155900" y="3731471"/>
            <a:ext cx="373450" cy="373450"/>
          </a:xfrm>
          <a:prstGeom prst="rect">
            <a:avLst/>
          </a:prstGeom>
          <a:noFill/>
          <a:ln>
            <a:noFill/>
          </a:ln>
        </p:spPr>
      </p:pic>
      <p:pic>
        <p:nvPicPr>
          <p:cNvPr id="340" name="Google Shape;340;p26" title="handbag - kopie.png"/>
          <p:cNvPicPr preferRelativeResize="0"/>
          <p:nvPr/>
        </p:nvPicPr>
        <p:blipFill>
          <a:blip r:embed="rId90">
            <a:alphaModFix/>
          </a:blip>
          <a:stretch>
            <a:fillRect/>
          </a:stretch>
        </p:blipFill>
        <p:spPr>
          <a:xfrm>
            <a:off x="5591300" y="3731471"/>
            <a:ext cx="373450" cy="373450"/>
          </a:xfrm>
          <a:prstGeom prst="rect">
            <a:avLst/>
          </a:prstGeom>
          <a:noFill/>
          <a:ln>
            <a:noFill/>
          </a:ln>
        </p:spPr>
      </p:pic>
      <p:pic>
        <p:nvPicPr>
          <p:cNvPr id="341" name="Google Shape;341;p26" title="head-circuit - kopie.png"/>
          <p:cNvPicPr preferRelativeResize="0"/>
          <p:nvPr/>
        </p:nvPicPr>
        <p:blipFill>
          <a:blip r:embed="rId91">
            <a:alphaModFix/>
          </a:blip>
          <a:stretch>
            <a:fillRect/>
          </a:stretch>
        </p:blipFill>
        <p:spPr>
          <a:xfrm>
            <a:off x="5050500" y="3731471"/>
            <a:ext cx="373450" cy="373450"/>
          </a:xfrm>
          <a:prstGeom prst="rect">
            <a:avLst/>
          </a:prstGeom>
          <a:noFill/>
          <a:ln>
            <a:noFill/>
          </a:ln>
        </p:spPr>
      </p:pic>
      <p:pic>
        <p:nvPicPr>
          <p:cNvPr id="342" name="Google Shape;342;p26" title="headphones - kopie.png"/>
          <p:cNvPicPr preferRelativeResize="0"/>
          <p:nvPr/>
        </p:nvPicPr>
        <p:blipFill>
          <a:blip r:embed="rId92">
            <a:alphaModFix/>
          </a:blip>
          <a:stretch>
            <a:fillRect/>
          </a:stretch>
        </p:blipFill>
        <p:spPr>
          <a:xfrm>
            <a:off x="4509700" y="3731471"/>
            <a:ext cx="373450" cy="373450"/>
          </a:xfrm>
          <a:prstGeom prst="rect">
            <a:avLst/>
          </a:prstGeom>
          <a:noFill/>
          <a:ln>
            <a:noFill/>
          </a:ln>
        </p:spPr>
      </p:pic>
      <p:pic>
        <p:nvPicPr>
          <p:cNvPr id="343" name="Google Shape;343;p26" title="heart - kopie.png"/>
          <p:cNvPicPr preferRelativeResize="0"/>
          <p:nvPr/>
        </p:nvPicPr>
        <p:blipFill>
          <a:blip r:embed="rId93">
            <a:alphaModFix/>
          </a:blip>
          <a:stretch>
            <a:fillRect/>
          </a:stretch>
        </p:blipFill>
        <p:spPr>
          <a:xfrm>
            <a:off x="3945100" y="3731471"/>
            <a:ext cx="373450" cy="373450"/>
          </a:xfrm>
          <a:prstGeom prst="rect">
            <a:avLst/>
          </a:prstGeom>
          <a:noFill/>
          <a:ln>
            <a:noFill/>
          </a:ln>
        </p:spPr>
      </p:pic>
      <p:pic>
        <p:nvPicPr>
          <p:cNvPr id="344" name="Google Shape;344;p26" title="chart-bar.png"/>
          <p:cNvPicPr preferRelativeResize="0"/>
          <p:nvPr/>
        </p:nvPicPr>
        <p:blipFill>
          <a:blip r:embed="rId94">
            <a:alphaModFix/>
          </a:blip>
          <a:stretch>
            <a:fillRect/>
          </a:stretch>
        </p:blipFill>
        <p:spPr>
          <a:xfrm>
            <a:off x="3380488" y="3731471"/>
            <a:ext cx="373450" cy="373450"/>
          </a:xfrm>
          <a:prstGeom prst="rect">
            <a:avLst/>
          </a:prstGeom>
          <a:noFill/>
          <a:ln>
            <a:noFill/>
          </a:ln>
        </p:spPr>
      </p:pic>
      <p:pic>
        <p:nvPicPr>
          <p:cNvPr id="345" name="Google Shape;345;p26" title="chart-donut - kopie.png"/>
          <p:cNvPicPr preferRelativeResize="0"/>
          <p:nvPr/>
        </p:nvPicPr>
        <p:blipFill>
          <a:blip r:embed="rId95">
            <a:alphaModFix/>
          </a:blip>
          <a:stretch>
            <a:fillRect/>
          </a:stretch>
        </p:blipFill>
        <p:spPr>
          <a:xfrm>
            <a:off x="2815900" y="3731471"/>
            <a:ext cx="373450" cy="373450"/>
          </a:xfrm>
          <a:prstGeom prst="rect">
            <a:avLst/>
          </a:prstGeom>
          <a:noFill/>
          <a:ln>
            <a:noFill/>
          </a:ln>
        </p:spPr>
      </p:pic>
      <p:pic>
        <p:nvPicPr>
          <p:cNvPr id="346" name="Google Shape;346;p26" title="chart-line - kopie.png"/>
          <p:cNvPicPr preferRelativeResize="0"/>
          <p:nvPr/>
        </p:nvPicPr>
        <p:blipFill>
          <a:blip r:embed="rId96">
            <a:alphaModFix/>
          </a:blip>
          <a:stretch>
            <a:fillRect/>
          </a:stretch>
        </p:blipFill>
        <p:spPr>
          <a:xfrm>
            <a:off x="2175250" y="3731471"/>
            <a:ext cx="373450" cy="373450"/>
          </a:xfrm>
          <a:prstGeom prst="rect">
            <a:avLst/>
          </a:prstGeom>
          <a:noFill/>
          <a:ln>
            <a:noFill/>
          </a:ln>
        </p:spPr>
      </p:pic>
      <p:pic>
        <p:nvPicPr>
          <p:cNvPr id="347" name="Google Shape;347;p26" title="chart-line-down - kopie.png"/>
          <p:cNvPicPr preferRelativeResize="0"/>
          <p:nvPr/>
        </p:nvPicPr>
        <p:blipFill>
          <a:blip r:embed="rId97">
            <a:alphaModFix/>
          </a:blip>
          <a:stretch>
            <a:fillRect/>
          </a:stretch>
        </p:blipFill>
        <p:spPr>
          <a:xfrm>
            <a:off x="1660663" y="3731471"/>
            <a:ext cx="373450" cy="373450"/>
          </a:xfrm>
          <a:prstGeom prst="rect">
            <a:avLst/>
          </a:prstGeom>
          <a:noFill/>
          <a:ln>
            <a:noFill/>
          </a:ln>
        </p:spPr>
      </p:pic>
      <p:pic>
        <p:nvPicPr>
          <p:cNvPr id="348" name="Google Shape;348;p26" title="chart-line-up - kopie.png"/>
          <p:cNvPicPr preferRelativeResize="0"/>
          <p:nvPr/>
        </p:nvPicPr>
        <p:blipFill>
          <a:blip r:embed="rId98">
            <a:alphaModFix/>
          </a:blip>
          <a:stretch>
            <a:fillRect/>
          </a:stretch>
        </p:blipFill>
        <p:spPr>
          <a:xfrm>
            <a:off x="1030350" y="3731471"/>
            <a:ext cx="373450" cy="373450"/>
          </a:xfrm>
          <a:prstGeom prst="rect">
            <a:avLst/>
          </a:prstGeom>
          <a:noFill/>
          <a:ln>
            <a:noFill/>
          </a:ln>
        </p:spPr>
      </p:pic>
      <p:pic>
        <p:nvPicPr>
          <p:cNvPr id="349" name="Google Shape;349;p26" title="chart-pie - kopie.png"/>
          <p:cNvPicPr preferRelativeResize="0"/>
          <p:nvPr/>
        </p:nvPicPr>
        <p:blipFill>
          <a:blip r:embed="rId99">
            <a:alphaModFix/>
          </a:blip>
          <a:stretch>
            <a:fillRect/>
          </a:stretch>
        </p:blipFill>
        <p:spPr>
          <a:xfrm>
            <a:off x="458588" y="3731471"/>
            <a:ext cx="373450" cy="373450"/>
          </a:xfrm>
          <a:prstGeom prst="rect">
            <a:avLst/>
          </a:prstGeom>
          <a:noFill/>
          <a:ln>
            <a:noFill/>
          </a:ln>
        </p:spPr>
      </p:pic>
      <p:pic>
        <p:nvPicPr>
          <p:cNvPr id="350" name="Google Shape;350;p26" title="chart-pie-slice - kopie.png"/>
          <p:cNvPicPr preferRelativeResize="0"/>
          <p:nvPr/>
        </p:nvPicPr>
        <p:blipFill>
          <a:blip r:embed="rId100">
            <a:alphaModFix/>
          </a:blip>
          <a:stretch>
            <a:fillRect/>
          </a:stretch>
        </p:blipFill>
        <p:spPr>
          <a:xfrm>
            <a:off x="8245725" y="3192621"/>
            <a:ext cx="373450" cy="373450"/>
          </a:xfrm>
          <a:prstGeom prst="rect">
            <a:avLst/>
          </a:prstGeom>
          <a:noFill/>
          <a:ln>
            <a:noFill/>
          </a:ln>
        </p:spPr>
      </p:pic>
      <p:pic>
        <p:nvPicPr>
          <p:cNvPr id="351" name="Google Shape;351;p26" title="chart-polar - kopie.png"/>
          <p:cNvPicPr preferRelativeResize="0"/>
          <p:nvPr/>
        </p:nvPicPr>
        <p:blipFill>
          <a:blip r:embed="rId101">
            <a:alphaModFix/>
          </a:blip>
          <a:stretch>
            <a:fillRect/>
          </a:stretch>
        </p:blipFill>
        <p:spPr>
          <a:xfrm>
            <a:off x="8245725" y="2645296"/>
            <a:ext cx="373450" cy="373450"/>
          </a:xfrm>
          <a:prstGeom prst="rect">
            <a:avLst/>
          </a:prstGeom>
          <a:noFill/>
          <a:ln>
            <a:noFill/>
          </a:ln>
        </p:spPr>
      </p:pic>
      <p:pic>
        <p:nvPicPr>
          <p:cNvPr id="352" name="Google Shape;352;p26" title="check-square.png"/>
          <p:cNvPicPr preferRelativeResize="0"/>
          <p:nvPr/>
        </p:nvPicPr>
        <p:blipFill>
          <a:blip r:embed="rId102">
            <a:alphaModFix/>
          </a:blip>
          <a:stretch>
            <a:fillRect/>
          </a:stretch>
        </p:blipFill>
        <p:spPr>
          <a:xfrm>
            <a:off x="8245725" y="2079193"/>
            <a:ext cx="373450" cy="373450"/>
          </a:xfrm>
          <a:prstGeom prst="rect">
            <a:avLst/>
          </a:prstGeom>
          <a:noFill/>
          <a:ln>
            <a:noFill/>
          </a:ln>
        </p:spPr>
      </p:pic>
      <p:pic>
        <p:nvPicPr>
          <p:cNvPr id="353" name="Google Shape;353;p26" title="images-square.png"/>
          <p:cNvPicPr preferRelativeResize="0"/>
          <p:nvPr/>
        </p:nvPicPr>
        <p:blipFill>
          <a:blip r:embed="rId103">
            <a:alphaModFix/>
          </a:blip>
          <a:stretch>
            <a:fillRect/>
          </a:stretch>
        </p:blipFill>
        <p:spPr>
          <a:xfrm>
            <a:off x="7766241" y="3192621"/>
            <a:ext cx="373450" cy="373450"/>
          </a:xfrm>
          <a:prstGeom prst="rect">
            <a:avLst/>
          </a:prstGeom>
          <a:noFill/>
          <a:ln>
            <a:noFill/>
          </a:ln>
        </p:spPr>
      </p:pic>
      <p:pic>
        <p:nvPicPr>
          <p:cNvPr id="354" name="Google Shape;354;p26" title="intersect.png"/>
          <p:cNvPicPr preferRelativeResize="0"/>
          <p:nvPr/>
        </p:nvPicPr>
        <p:blipFill>
          <a:blip r:embed="rId104">
            <a:alphaModFix/>
          </a:blip>
          <a:stretch>
            <a:fillRect/>
          </a:stretch>
        </p:blipFill>
        <p:spPr>
          <a:xfrm>
            <a:off x="7213650" y="3192621"/>
            <a:ext cx="373450" cy="373450"/>
          </a:xfrm>
          <a:prstGeom prst="rect">
            <a:avLst/>
          </a:prstGeom>
          <a:noFill/>
          <a:ln>
            <a:noFill/>
          </a:ln>
        </p:spPr>
      </p:pic>
      <p:pic>
        <p:nvPicPr>
          <p:cNvPr id="355" name="Google Shape;355;p26" title="intersect-square.png"/>
          <p:cNvPicPr preferRelativeResize="0"/>
          <p:nvPr/>
        </p:nvPicPr>
        <p:blipFill>
          <a:blip r:embed="rId105">
            <a:alphaModFix/>
          </a:blip>
          <a:stretch>
            <a:fillRect/>
          </a:stretch>
        </p:blipFill>
        <p:spPr>
          <a:xfrm>
            <a:off x="6644100" y="3192621"/>
            <a:ext cx="373450" cy="37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7"/>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Grafické elementy</a:t>
            </a:r>
            <a:endParaRPr/>
          </a:p>
        </p:txBody>
      </p:sp>
      <p:sp>
        <p:nvSpPr>
          <p:cNvPr id="361" name="Google Shape;361;p27"/>
          <p:cNvSpPr txBox="1"/>
          <p:nvPr/>
        </p:nvSpPr>
        <p:spPr>
          <a:xfrm>
            <a:off x="430725" y="924395"/>
            <a:ext cx="8442300" cy="3189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cs" sz="1215">
                <a:latin typeface="Host Grotesk"/>
                <a:ea typeface="Host Grotesk"/>
                <a:cs typeface="Host Grotesk"/>
                <a:sym typeface="Host Grotesk"/>
              </a:rPr>
              <a:t>Elementy slouží jako vizuální metafora pro procesy, pohyb, vztahy a transformaci dat.</a:t>
            </a:r>
            <a:endParaRPr sz="1215">
              <a:latin typeface="Host Grotesk"/>
              <a:ea typeface="Host Grotesk"/>
              <a:cs typeface="Host Grotesk"/>
              <a:sym typeface="Host Grotesk"/>
            </a:endParaRPr>
          </a:p>
        </p:txBody>
      </p:sp>
      <p:pic>
        <p:nvPicPr>
          <p:cNvPr id="362" name="Google Shape;362;p27" title="Wave---movement.png"/>
          <p:cNvPicPr preferRelativeResize="0"/>
          <p:nvPr/>
        </p:nvPicPr>
        <p:blipFill>
          <a:blip r:embed="rId3">
            <a:alphaModFix/>
          </a:blip>
          <a:stretch>
            <a:fillRect/>
          </a:stretch>
        </p:blipFill>
        <p:spPr>
          <a:xfrm>
            <a:off x="7291089" y="1651013"/>
            <a:ext cx="1313387" cy="1313387"/>
          </a:xfrm>
          <a:prstGeom prst="rect">
            <a:avLst/>
          </a:prstGeom>
          <a:noFill/>
          <a:ln>
            <a:noFill/>
          </a:ln>
        </p:spPr>
      </p:pic>
      <p:pic>
        <p:nvPicPr>
          <p:cNvPr id="363" name="Google Shape;363;p27" title="Connection.png"/>
          <p:cNvPicPr preferRelativeResize="0"/>
          <p:nvPr/>
        </p:nvPicPr>
        <p:blipFill rotWithShape="1">
          <a:blip r:embed="rId4">
            <a:alphaModFix/>
          </a:blip>
          <a:srcRect b="5498" l="0" r="0" t="5959"/>
          <a:stretch/>
        </p:blipFill>
        <p:spPr>
          <a:xfrm>
            <a:off x="482178" y="3398185"/>
            <a:ext cx="1396669" cy="1236594"/>
          </a:xfrm>
          <a:prstGeom prst="rect">
            <a:avLst/>
          </a:prstGeom>
          <a:noFill/>
          <a:ln>
            <a:noFill/>
          </a:ln>
        </p:spPr>
      </p:pic>
      <p:pic>
        <p:nvPicPr>
          <p:cNvPr id="364" name="Google Shape;364;p27" title="Digitalization.png"/>
          <p:cNvPicPr preferRelativeResize="0"/>
          <p:nvPr/>
        </p:nvPicPr>
        <p:blipFill>
          <a:blip r:embed="rId5">
            <a:alphaModFix/>
          </a:blip>
          <a:stretch>
            <a:fillRect/>
          </a:stretch>
        </p:blipFill>
        <p:spPr>
          <a:xfrm>
            <a:off x="450000" y="1577200"/>
            <a:ext cx="1461021" cy="1461021"/>
          </a:xfrm>
          <a:prstGeom prst="rect">
            <a:avLst/>
          </a:prstGeom>
          <a:noFill/>
          <a:ln>
            <a:noFill/>
          </a:ln>
        </p:spPr>
      </p:pic>
      <p:pic>
        <p:nvPicPr>
          <p:cNvPr id="365" name="Google Shape;365;p27" title="Growth.png"/>
          <p:cNvPicPr preferRelativeResize="0"/>
          <p:nvPr/>
        </p:nvPicPr>
        <p:blipFill>
          <a:blip r:embed="rId6">
            <a:alphaModFix/>
          </a:blip>
          <a:stretch>
            <a:fillRect/>
          </a:stretch>
        </p:blipFill>
        <p:spPr>
          <a:xfrm>
            <a:off x="4976948" y="1577213"/>
            <a:ext cx="1461021" cy="1461021"/>
          </a:xfrm>
          <a:prstGeom prst="rect">
            <a:avLst/>
          </a:prstGeom>
          <a:noFill/>
          <a:ln>
            <a:noFill/>
          </a:ln>
        </p:spPr>
      </p:pic>
      <p:pic>
        <p:nvPicPr>
          <p:cNvPr id="366" name="Google Shape;366;p27" title="Information-flow.png"/>
          <p:cNvPicPr preferRelativeResize="0"/>
          <p:nvPr/>
        </p:nvPicPr>
        <p:blipFill>
          <a:blip r:embed="rId7">
            <a:alphaModFix/>
          </a:blip>
          <a:stretch>
            <a:fillRect/>
          </a:stretch>
        </p:blipFill>
        <p:spPr>
          <a:xfrm>
            <a:off x="2749166" y="1617213"/>
            <a:ext cx="1461021" cy="1461021"/>
          </a:xfrm>
          <a:prstGeom prst="rect">
            <a:avLst/>
          </a:prstGeom>
          <a:noFill/>
          <a:ln>
            <a:noFill/>
          </a:ln>
        </p:spPr>
      </p:pic>
      <p:pic>
        <p:nvPicPr>
          <p:cNvPr id="367" name="Google Shape;367;p27" title="Transformation---Optimization.png"/>
          <p:cNvPicPr preferRelativeResize="0"/>
          <p:nvPr/>
        </p:nvPicPr>
        <p:blipFill>
          <a:blip r:embed="rId8">
            <a:alphaModFix/>
          </a:blip>
          <a:stretch>
            <a:fillRect/>
          </a:stretch>
        </p:blipFill>
        <p:spPr>
          <a:xfrm>
            <a:off x="4976948" y="3356155"/>
            <a:ext cx="1461021" cy="1461021"/>
          </a:xfrm>
          <a:prstGeom prst="rect">
            <a:avLst/>
          </a:prstGeom>
          <a:noFill/>
          <a:ln>
            <a:noFill/>
          </a:ln>
        </p:spPr>
      </p:pic>
      <p:pic>
        <p:nvPicPr>
          <p:cNvPr id="368" name="Google Shape;368;p27" title="Visibility---Control.png"/>
          <p:cNvPicPr preferRelativeResize="0"/>
          <p:nvPr/>
        </p:nvPicPr>
        <p:blipFill>
          <a:blip r:embed="rId9">
            <a:alphaModFix/>
          </a:blip>
          <a:stretch>
            <a:fillRect/>
          </a:stretch>
        </p:blipFill>
        <p:spPr>
          <a:xfrm>
            <a:off x="2634043" y="3285973"/>
            <a:ext cx="1461021" cy="146102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8"/>
          <p:cNvSpPr txBox="1"/>
          <p:nvPr>
            <p:ph type="ctrTitle"/>
          </p:nvPr>
        </p:nvSpPr>
        <p:spPr>
          <a:xfrm>
            <a:off x="186325" y="2270500"/>
            <a:ext cx="8761500" cy="721500"/>
          </a:xfrm>
          <a:prstGeom prst="rect">
            <a:avLst/>
          </a:prstGeom>
        </p:spPr>
        <p:txBody>
          <a:bodyPr anchorCtr="0" anchor="b" bIns="0" lIns="0" spcFirstLastPara="1" rIns="0" wrap="square" tIns="0">
            <a:normAutofit/>
          </a:bodyPr>
          <a:lstStyle/>
          <a:p>
            <a:pPr indent="0" lvl="0" marL="0" rtl="0" algn="ctr">
              <a:spcBef>
                <a:spcPts val="0"/>
              </a:spcBef>
              <a:spcAft>
                <a:spcPts val="0"/>
              </a:spcAft>
              <a:buNone/>
            </a:pPr>
            <a:r>
              <a:rPr lang="cs"/>
              <a:t>Základní Logio slides</a:t>
            </a:r>
            <a:endParaRPr/>
          </a:p>
        </p:txBody>
      </p:sp>
      <p:sp>
        <p:nvSpPr>
          <p:cNvPr id="374" name="Google Shape;374;p28"/>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sz="925"/>
              <a:t>‹#›</a:t>
            </a:fld>
            <a:endParaRPr sz="925"/>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9"/>
          <p:cNvSpPr txBox="1"/>
          <p:nvPr>
            <p:ph type="ctrTitle"/>
          </p:nvPr>
        </p:nvSpPr>
        <p:spPr>
          <a:xfrm>
            <a:off x="441056" y="2725313"/>
            <a:ext cx="7572600" cy="9510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cs"/>
              <a:t>Presentation title</a:t>
            </a:r>
            <a:endParaRPr/>
          </a:p>
        </p:txBody>
      </p:sp>
      <p:sp>
        <p:nvSpPr>
          <p:cNvPr id="380" name="Google Shape;380;p29"/>
          <p:cNvSpPr txBox="1"/>
          <p:nvPr>
            <p:ph idx="2" type="ctrTitle"/>
          </p:nvPr>
        </p:nvSpPr>
        <p:spPr>
          <a:xfrm>
            <a:off x="441056" y="3676913"/>
            <a:ext cx="6942300" cy="393600"/>
          </a:xfrm>
          <a:prstGeom prst="rect">
            <a:avLst/>
          </a:prstGeom>
        </p:spPr>
        <p:txBody>
          <a:bodyPr anchorCtr="0" anchor="b" bIns="91425" lIns="0" spcFirstLastPara="1" rIns="91425" wrap="square" tIns="91425">
            <a:normAutofit fontScale="90000"/>
          </a:bodyPr>
          <a:lstStyle/>
          <a:p>
            <a:pPr indent="0" lvl="0" marL="0" rtl="0" algn="l">
              <a:spcBef>
                <a:spcPts val="0"/>
              </a:spcBef>
              <a:spcAft>
                <a:spcPts val="0"/>
              </a:spcAft>
              <a:buNone/>
            </a:pPr>
            <a:r>
              <a:rPr lang="cs"/>
              <a:t>Lorem ipsum dolor sit amet, lorem ipsum</a:t>
            </a:r>
            <a:endParaRPr/>
          </a:p>
        </p:txBody>
      </p:sp>
      <p:sp>
        <p:nvSpPr>
          <p:cNvPr id="381" name="Google Shape;381;p29"/>
          <p:cNvSpPr txBox="1"/>
          <p:nvPr>
            <p:ph idx="3" type="ctrTitle"/>
          </p:nvPr>
        </p:nvSpPr>
        <p:spPr>
          <a:xfrm>
            <a:off x="7026550" y="348300"/>
            <a:ext cx="729000" cy="3936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cs"/>
              <a:t>20/3/</a:t>
            </a:r>
            <a:br>
              <a:rPr lang="cs"/>
            </a:br>
            <a:r>
              <a:rPr lang="cs"/>
              <a:t>2026</a:t>
            </a:r>
            <a:endParaRPr/>
          </a:p>
        </p:txBody>
      </p:sp>
      <p:sp>
        <p:nvSpPr>
          <p:cNvPr id="382" name="Google Shape;382;p29"/>
          <p:cNvSpPr txBox="1"/>
          <p:nvPr>
            <p:ph idx="4" type="ctrTitle"/>
          </p:nvPr>
        </p:nvSpPr>
        <p:spPr>
          <a:xfrm>
            <a:off x="7755474" y="348288"/>
            <a:ext cx="936600" cy="3936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cs"/>
              <a:t>Marketing </a:t>
            </a:r>
            <a:br>
              <a:rPr lang="cs"/>
            </a:br>
            <a:r>
              <a:rPr lang="cs"/>
              <a:t>team</a:t>
            </a:r>
            <a:endParaRPr/>
          </a:p>
        </p:txBody>
      </p:sp>
      <p:sp>
        <p:nvSpPr>
          <p:cNvPr id="383" name="Google Shape;383;p29"/>
          <p:cNvSpPr txBox="1"/>
          <p:nvPr>
            <p:ph idx="12" type="sldNum"/>
          </p:nvPr>
        </p:nvSpPr>
        <p:spPr>
          <a:xfrm>
            <a:off x="8595300" y="4989148"/>
            <a:ext cx="548700" cy="161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solidFill>
                  <a:schemeClr val="lt1"/>
                </a:solidFill>
              </a:rPr>
              <a:t>‹#›</a:t>
            </a:fld>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0"/>
          <p:cNvSpPr/>
          <p:nvPr/>
        </p:nvSpPr>
        <p:spPr>
          <a:xfrm>
            <a:off x="191250" y="143700"/>
            <a:ext cx="8761500" cy="4856100"/>
          </a:xfrm>
          <a:prstGeom prst="roundRect">
            <a:avLst>
              <a:gd fmla="val 1508" name="adj"/>
            </a:avLst>
          </a:prstGeom>
          <a:solidFill>
            <a:srgbClr val="84BC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30"/>
          <p:cNvSpPr txBox="1"/>
          <p:nvPr/>
        </p:nvSpPr>
        <p:spPr>
          <a:xfrm>
            <a:off x="525241" y="967970"/>
            <a:ext cx="8376600" cy="3263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cs" sz="5000">
                <a:solidFill>
                  <a:srgbClr val="FFFFFF"/>
                </a:solidFill>
                <a:latin typeface="Host Grotesk"/>
                <a:ea typeface="Host Grotesk"/>
                <a:cs typeface="Host Grotesk"/>
                <a:sym typeface="Host Grotesk"/>
              </a:rPr>
              <a:t>European consulting </a:t>
            </a:r>
            <a:br>
              <a:rPr b="1" lang="cs" sz="5000">
                <a:solidFill>
                  <a:srgbClr val="FFFFFF"/>
                </a:solidFill>
                <a:latin typeface="Host Grotesk"/>
                <a:ea typeface="Host Grotesk"/>
                <a:cs typeface="Host Grotesk"/>
                <a:sym typeface="Host Grotesk"/>
              </a:rPr>
            </a:br>
            <a:r>
              <a:rPr b="1" lang="cs" sz="5000">
                <a:solidFill>
                  <a:srgbClr val="FFFFFF"/>
                </a:solidFill>
                <a:latin typeface="Host Grotesk"/>
                <a:ea typeface="Host Grotesk"/>
                <a:cs typeface="Host Grotesk"/>
                <a:sym typeface="Host Grotesk"/>
              </a:rPr>
              <a:t>&amp; technology company. </a:t>
            </a:r>
            <a:br>
              <a:rPr b="1" lang="cs" sz="5000">
                <a:solidFill>
                  <a:srgbClr val="FFFFFF"/>
                </a:solidFill>
                <a:latin typeface="Host Grotesk"/>
                <a:ea typeface="Host Grotesk"/>
                <a:cs typeface="Host Grotesk"/>
                <a:sym typeface="Host Grotesk"/>
              </a:rPr>
            </a:br>
            <a:r>
              <a:rPr b="1" lang="cs" sz="5000">
                <a:solidFill>
                  <a:srgbClr val="FFFFFF"/>
                </a:solidFill>
                <a:latin typeface="Host Grotesk"/>
                <a:ea typeface="Host Grotesk"/>
                <a:cs typeface="Host Grotesk"/>
                <a:sym typeface="Host Grotesk"/>
              </a:rPr>
              <a:t>Data‑led strategy. </a:t>
            </a:r>
            <a:br>
              <a:rPr b="1" lang="cs" sz="5000">
                <a:solidFill>
                  <a:srgbClr val="FFFFFF"/>
                </a:solidFill>
                <a:latin typeface="Host Grotesk"/>
                <a:ea typeface="Host Grotesk"/>
                <a:cs typeface="Host Grotesk"/>
                <a:sym typeface="Host Grotesk"/>
              </a:rPr>
            </a:br>
            <a:r>
              <a:rPr b="1" lang="cs" sz="5000">
                <a:solidFill>
                  <a:srgbClr val="FFFFFF"/>
                </a:solidFill>
                <a:latin typeface="Host Grotesk"/>
                <a:ea typeface="Host Grotesk"/>
                <a:cs typeface="Host Grotesk"/>
                <a:sym typeface="Host Grotesk"/>
              </a:rPr>
              <a:t>Intelligent automation. </a:t>
            </a:r>
            <a:br>
              <a:rPr b="1" lang="cs" sz="5000">
                <a:solidFill>
                  <a:srgbClr val="FFFFFF"/>
                </a:solidFill>
                <a:latin typeface="Host Grotesk"/>
                <a:ea typeface="Host Grotesk"/>
                <a:cs typeface="Host Grotesk"/>
                <a:sym typeface="Host Grotesk"/>
              </a:rPr>
            </a:br>
            <a:r>
              <a:rPr b="1" lang="cs" sz="5000">
                <a:solidFill>
                  <a:srgbClr val="FFFFFF"/>
                </a:solidFill>
                <a:latin typeface="Host Grotesk"/>
                <a:ea typeface="Host Grotesk"/>
                <a:cs typeface="Host Grotesk"/>
                <a:sym typeface="Host Grotesk"/>
              </a:rPr>
              <a:t>Integrated software.</a:t>
            </a:r>
            <a:endParaRPr b="1" sz="5000">
              <a:solidFill>
                <a:srgbClr val="FFFFFF"/>
              </a:solidFill>
              <a:latin typeface="Host Grotesk"/>
              <a:ea typeface="Host Grotesk"/>
              <a:cs typeface="Host Grotesk"/>
              <a:sym typeface="Host Grotes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31" title="3V9A0323.jpg"/>
          <p:cNvPicPr preferRelativeResize="0"/>
          <p:nvPr/>
        </p:nvPicPr>
        <p:blipFill rotWithShape="1">
          <a:blip r:embed="rId3">
            <a:alphaModFix/>
          </a:blip>
          <a:srcRect b="11733" l="0" r="0" t="11733"/>
          <a:stretch/>
        </p:blipFill>
        <p:spPr>
          <a:xfrm>
            <a:off x="4932450" y="182550"/>
            <a:ext cx="4060500" cy="2031900"/>
          </a:xfrm>
          <a:prstGeom prst="roundRect">
            <a:avLst>
              <a:gd fmla="val 2976" name="adj"/>
            </a:avLst>
          </a:prstGeom>
          <a:solidFill>
            <a:srgbClr val="7DB72A"/>
          </a:solidFill>
          <a:ln>
            <a:noFill/>
          </a:ln>
        </p:spPr>
      </p:pic>
      <p:sp>
        <p:nvSpPr>
          <p:cNvPr id="395" name="Google Shape;395;p31"/>
          <p:cNvSpPr/>
          <p:nvPr/>
        </p:nvSpPr>
        <p:spPr>
          <a:xfrm>
            <a:off x="151025" y="182475"/>
            <a:ext cx="4670100" cy="4771500"/>
          </a:xfrm>
          <a:prstGeom prst="roundRect">
            <a:avLst>
              <a:gd fmla="val 209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6" name="Google Shape;396;p31"/>
          <p:cNvGrpSpPr/>
          <p:nvPr/>
        </p:nvGrpSpPr>
        <p:grpSpPr>
          <a:xfrm>
            <a:off x="4914496" y="2315263"/>
            <a:ext cx="1992600" cy="2645585"/>
            <a:chOff x="4447625" y="2105577"/>
            <a:chExt cx="1992600" cy="1577100"/>
          </a:xfrm>
        </p:grpSpPr>
        <p:sp>
          <p:nvSpPr>
            <p:cNvPr id="397" name="Google Shape;397;p31"/>
            <p:cNvSpPr/>
            <p:nvPr/>
          </p:nvSpPr>
          <p:spPr>
            <a:xfrm>
              <a:off x="4447625" y="2105577"/>
              <a:ext cx="1992600" cy="1577100"/>
            </a:xfrm>
            <a:prstGeom prst="roundRect">
              <a:avLst>
                <a:gd fmla="val 5198"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31"/>
            <p:cNvSpPr txBox="1"/>
            <p:nvPr/>
          </p:nvSpPr>
          <p:spPr>
            <a:xfrm>
              <a:off x="4513505" y="3171931"/>
              <a:ext cx="1687200" cy="44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700">
                  <a:solidFill>
                    <a:srgbClr val="FFFFFF"/>
                  </a:solidFill>
                  <a:latin typeface="Host Grotesk"/>
                  <a:ea typeface="Host Grotesk"/>
                  <a:cs typeface="Host Grotesk"/>
                  <a:sym typeface="Host Grotesk"/>
                </a:rPr>
                <a:t>Consulting</a:t>
              </a:r>
              <a:br>
                <a:rPr b="1" lang="cs" sz="1700">
                  <a:solidFill>
                    <a:srgbClr val="FFFFFF"/>
                  </a:solidFill>
                  <a:latin typeface="Host Grotesk"/>
                  <a:ea typeface="Host Grotesk"/>
                  <a:cs typeface="Host Grotesk"/>
                  <a:sym typeface="Host Grotesk"/>
                </a:rPr>
              </a:br>
              <a:r>
                <a:rPr b="1" lang="cs" sz="1700">
                  <a:solidFill>
                    <a:srgbClr val="FFFFFF"/>
                  </a:solidFill>
                  <a:latin typeface="Host Grotesk"/>
                  <a:ea typeface="Host Grotesk"/>
                  <a:cs typeface="Host Grotesk"/>
                  <a:sym typeface="Host Grotesk"/>
                </a:rPr>
                <a:t>&amp; Technology</a:t>
              </a:r>
              <a:endParaRPr b="1" sz="1700">
                <a:solidFill>
                  <a:srgbClr val="FFFFFF"/>
                </a:solidFill>
                <a:latin typeface="Host Grotesk"/>
                <a:ea typeface="Host Grotesk"/>
                <a:cs typeface="Host Grotesk"/>
                <a:sym typeface="Host Grotesk"/>
              </a:endParaRPr>
            </a:p>
          </p:txBody>
        </p:sp>
      </p:grpSp>
      <p:pic>
        <p:nvPicPr>
          <p:cNvPr id="399" name="Google Shape;399;p31" title="Group 4367.png"/>
          <p:cNvPicPr preferRelativeResize="0"/>
          <p:nvPr/>
        </p:nvPicPr>
        <p:blipFill>
          <a:blip r:embed="rId4">
            <a:alphaModFix/>
          </a:blip>
          <a:stretch>
            <a:fillRect/>
          </a:stretch>
        </p:blipFill>
        <p:spPr>
          <a:xfrm>
            <a:off x="5054925" y="2532900"/>
            <a:ext cx="658733" cy="393575"/>
          </a:xfrm>
          <a:prstGeom prst="rect">
            <a:avLst/>
          </a:prstGeom>
          <a:noFill/>
          <a:ln>
            <a:noFill/>
          </a:ln>
        </p:spPr>
      </p:pic>
      <p:grpSp>
        <p:nvGrpSpPr>
          <p:cNvPr id="400" name="Google Shape;400;p31"/>
          <p:cNvGrpSpPr/>
          <p:nvPr/>
        </p:nvGrpSpPr>
        <p:grpSpPr>
          <a:xfrm>
            <a:off x="7000350" y="2315263"/>
            <a:ext cx="1992600" cy="2645585"/>
            <a:chOff x="4447625" y="2105577"/>
            <a:chExt cx="1992600" cy="1577100"/>
          </a:xfrm>
        </p:grpSpPr>
        <p:sp>
          <p:nvSpPr>
            <p:cNvPr id="401" name="Google Shape;401;p31"/>
            <p:cNvSpPr/>
            <p:nvPr/>
          </p:nvSpPr>
          <p:spPr>
            <a:xfrm>
              <a:off x="4447625" y="2105577"/>
              <a:ext cx="1992600" cy="1577100"/>
            </a:xfrm>
            <a:prstGeom prst="roundRect">
              <a:avLst>
                <a:gd fmla="val 5198"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31"/>
            <p:cNvSpPr txBox="1"/>
            <p:nvPr/>
          </p:nvSpPr>
          <p:spPr>
            <a:xfrm>
              <a:off x="4513505" y="3342832"/>
              <a:ext cx="1687200" cy="26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700">
                  <a:solidFill>
                    <a:srgbClr val="FFFFFF"/>
                  </a:solidFill>
                  <a:latin typeface="Host Grotesk"/>
                  <a:ea typeface="Host Grotesk"/>
                  <a:cs typeface="Host Grotesk"/>
                  <a:sym typeface="Host Grotesk"/>
                </a:rPr>
                <a:t>Software</a:t>
              </a:r>
              <a:endParaRPr b="1" sz="1700">
                <a:solidFill>
                  <a:srgbClr val="FFFFFF"/>
                </a:solidFill>
                <a:latin typeface="Host Grotesk"/>
                <a:ea typeface="Host Grotesk"/>
                <a:cs typeface="Host Grotesk"/>
                <a:sym typeface="Host Grotesk"/>
              </a:endParaRPr>
            </a:p>
          </p:txBody>
        </p:sp>
      </p:grpSp>
      <p:pic>
        <p:nvPicPr>
          <p:cNvPr id="403" name="Google Shape;403;p31" title="Wave---movement.png"/>
          <p:cNvPicPr preferRelativeResize="0"/>
          <p:nvPr/>
        </p:nvPicPr>
        <p:blipFill rotWithShape="1">
          <a:blip r:embed="rId5">
            <a:alphaModFix/>
          </a:blip>
          <a:srcRect b="8501" l="9387" r="0" t="8318"/>
          <a:stretch/>
        </p:blipFill>
        <p:spPr>
          <a:xfrm>
            <a:off x="458425" y="405032"/>
            <a:ext cx="994500" cy="912950"/>
          </a:xfrm>
          <a:prstGeom prst="rect">
            <a:avLst/>
          </a:prstGeom>
          <a:solidFill>
            <a:srgbClr val="FFFFFF"/>
          </a:solidFill>
          <a:ln>
            <a:noFill/>
          </a:ln>
        </p:spPr>
      </p:pic>
      <p:sp>
        <p:nvSpPr>
          <p:cNvPr id="404" name="Google Shape;404;p31"/>
          <p:cNvSpPr txBox="1"/>
          <p:nvPr/>
        </p:nvSpPr>
        <p:spPr>
          <a:xfrm>
            <a:off x="397725" y="2510076"/>
            <a:ext cx="4017000" cy="2213400"/>
          </a:xfrm>
          <a:prstGeom prst="rect">
            <a:avLst/>
          </a:prstGeom>
          <a:noFill/>
          <a:ln>
            <a:noFill/>
          </a:ln>
        </p:spPr>
        <p:txBody>
          <a:bodyPr anchorCtr="0" anchor="t" bIns="92825" lIns="92825" spcFirstLastPara="1" rIns="92825" wrap="square" tIns="92825">
            <a:spAutoFit/>
          </a:bodyPr>
          <a:lstStyle/>
          <a:p>
            <a:pPr indent="0" lvl="0" marL="0" rtl="0" algn="l">
              <a:lnSpc>
                <a:spcPct val="120000"/>
              </a:lnSpc>
              <a:spcBef>
                <a:spcPts val="0"/>
              </a:spcBef>
              <a:spcAft>
                <a:spcPts val="0"/>
              </a:spcAft>
              <a:buClr>
                <a:srgbClr val="000000"/>
              </a:buClr>
              <a:buSzPts val="1100"/>
              <a:buFont typeface="Arial"/>
              <a:buNone/>
            </a:pPr>
            <a:r>
              <a:rPr lang="cs" sz="1115">
                <a:solidFill>
                  <a:srgbClr val="000000"/>
                </a:solidFill>
                <a:latin typeface="Host Grotesk"/>
                <a:ea typeface="Host Grotesk"/>
                <a:cs typeface="Host Grotesk"/>
                <a:sym typeface="Host Grotesk"/>
              </a:rPr>
              <a:t>L</a:t>
            </a:r>
            <a:r>
              <a:rPr lang="cs" sz="1115">
                <a:solidFill>
                  <a:srgbClr val="000000"/>
                </a:solidFill>
                <a:latin typeface="Host Grotesk"/>
                <a:ea typeface="Host Grotesk"/>
                <a:cs typeface="Host Grotesk"/>
                <a:sym typeface="Host Grotesk"/>
              </a:rPr>
              <a:t>ogio goes beyond traditional consulting by taking full responsibility for outcomes.</a:t>
            </a:r>
            <a:endParaRPr sz="1115">
              <a:solidFill>
                <a:srgbClr val="000000"/>
              </a:solidFill>
              <a:latin typeface="Host Grotesk"/>
              <a:ea typeface="Host Grotesk"/>
              <a:cs typeface="Host Grotesk"/>
              <a:sym typeface="Host Grotesk"/>
            </a:endParaRPr>
          </a:p>
          <a:p>
            <a:pPr indent="0" lvl="0" marL="0" rtl="0" algn="l">
              <a:lnSpc>
                <a:spcPct val="120000"/>
              </a:lnSpc>
              <a:spcBef>
                <a:spcPts val="0"/>
              </a:spcBef>
              <a:spcAft>
                <a:spcPts val="0"/>
              </a:spcAft>
              <a:buClr>
                <a:srgbClr val="000000"/>
              </a:buClr>
              <a:buSzPts val="1100"/>
              <a:buFont typeface="Arial"/>
              <a:buNone/>
            </a:pPr>
            <a:r>
              <a:t/>
            </a:r>
            <a:endParaRPr sz="1115">
              <a:solidFill>
                <a:srgbClr val="000000"/>
              </a:solidFill>
              <a:latin typeface="Host Grotesk"/>
              <a:ea typeface="Host Grotesk"/>
              <a:cs typeface="Host Grotesk"/>
              <a:sym typeface="Host Grotesk"/>
            </a:endParaRPr>
          </a:p>
          <a:p>
            <a:pPr indent="0" lvl="0" marL="0" rtl="0" algn="l">
              <a:lnSpc>
                <a:spcPct val="120000"/>
              </a:lnSpc>
              <a:spcBef>
                <a:spcPts val="0"/>
              </a:spcBef>
              <a:spcAft>
                <a:spcPts val="0"/>
              </a:spcAft>
              <a:buClr>
                <a:srgbClr val="000000"/>
              </a:buClr>
              <a:buSzPts val="1100"/>
              <a:buFont typeface="Arial"/>
              <a:buNone/>
            </a:pPr>
            <a:r>
              <a:rPr lang="cs" sz="1115">
                <a:solidFill>
                  <a:srgbClr val="000000"/>
                </a:solidFill>
                <a:latin typeface="Host Grotesk"/>
                <a:ea typeface="Host Grotesk"/>
                <a:cs typeface="Host Grotesk"/>
                <a:sym typeface="Host Grotesk"/>
              </a:rPr>
              <a:t>Instead of simply handing over a strategic report, our team stays engaged to implement the necessary software and process changes directly in your operations.</a:t>
            </a:r>
            <a:endParaRPr sz="1115">
              <a:solidFill>
                <a:srgbClr val="000000"/>
              </a:solidFill>
              <a:latin typeface="Host Grotesk"/>
              <a:ea typeface="Host Grotesk"/>
              <a:cs typeface="Host Grotesk"/>
              <a:sym typeface="Host Grotesk"/>
            </a:endParaRPr>
          </a:p>
          <a:p>
            <a:pPr indent="0" lvl="0" marL="0" rtl="0" algn="l">
              <a:lnSpc>
                <a:spcPct val="120000"/>
              </a:lnSpc>
              <a:spcBef>
                <a:spcPts val="0"/>
              </a:spcBef>
              <a:spcAft>
                <a:spcPts val="0"/>
              </a:spcAft>
              <a:buClr>
                <a:srgbClr val="000000"/>
              </a:buClr>
              <a:buSzPts val="1100"/>
              <a:buFont typeface="Arial"/>
              <a:buNone/>
            </a:pPr>
            <a:r>
              <a:t/>
            </a:r>
            <a:endParaRPr sz="1115">
              <a:solidFill>
                <a:srgbClr val="000000"/>
              </a:solidFill>
              <a:latin typeface="Host Grotesk"/>
              <a:ea typeface="Host Grotesk"/>
              <a:cs typeface="Host Grotesk"/>
              <a:sym typeface="Host Grotesk"/>
            </a:endParaRPr>
          </a:p>
          <a:p>
            <a:pPr indent="0" lvl="0" marL="0" rtl="0" algn="l">
              <a:lnSpc>
                <a:spcPct val="120000"/>
              </a:lnSpc>
              <a:spcBef>
                <a:spcPts val="0"/>
              </a:spcBef>
              <a:spcAft>
                <a:spcPts val="0"/>
              </a:spcAft>
              <a:buClr>
                <a:srgbClr val="000000"/>
              </a:buClr>
              <a:buSzPts val="1100"/>
              <a:buFont typeface="Arial"/>
              <a:buNone/>
            </a:pPr>
            <a:r>
              <a:rPr lang="cs" sz="1115">
                <a:solidFill>
                  <a:srgbClr val="000000"/>
                </a:solidFill>
                <a:latin typeface="Host Grotesk"/>
                <a:ea typeface="Host Grotesk"/>
                <a:cs typeface="Host Grotesk"/>
                <a:sym typeface="Host Grotesk"/>
              </a:rPr>
              <a:t>By combining analytical precision with practical business sense, we ensure that every recommendation is backed by data and delivers measurable ROI.</a:t>
            </a:r>
            <a:endParaRPr sz="1115">
              <a:solidFill>
                <a:srgbClr val="000000"/>
              </a:solidFill>
              <a:latin typeface="Host Grotesk"/>
              <a:ea typeface="Host Grotesk"/>
              <a:cs typeface="Host Grotesk"/>
              <a:sym typeface="Host Grotesk"/>
            </a:endParaRPr>
          </a:p>
        </p:txBody>
      </p:sp>
      <p:sp>
        <p:nvSpPr>
          <p:cNvPr id="405" name="Google Shape;405;p31"/>
          <p:cNvSpPr txBox="1"/>
          <p:nvPr/>
        </p:nvSpPr>
        <p:spPr>
          <a:xfrm>
            <a:off x="391514" y="1727498"/>
            <a:ext cx="4060500" cy="69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3700">
                <a:solidFill>
                  <a:srgbClr val="000000"/>
                </a:solidFill>
                <a:latin typeface="Host Grotesk"/>
                <a:ea typeface="Host Grotesk"/>
                <a:cs typeface="Host Grotesk"/>
                <a:sym typeface="Host Grotesk"/>
              </a:rPr>
              <a:t>How we work</a:t>
            </a:r>
            <a:endParaRPr b="1" sz="3700">
              <a:solidFill>
                <a:srgbClr val="000000"/>
              </a:solidFill>
              <a:latin typeface="Host Grotesk"/>
              <a:ea typeface="Host Grotesk"/>
              <a:cs typeface="Host Grotesk"/>
              <a:sym typeface="Host Grotesk"/>
            </a:endParaRPr>
          </a:p>
        </p:txBody>
      </p:sp>
      <p:pic>
        <p:nvPicPr>
          <p:cNvPr id="406" name="Google Shape;406;p31" title="Veritico primary black-1.png"/>
          <p:cNvPicPr preferRelativeResize="0"/>
          <p:nvPr/>
        </p:nvPicPr>
        <p:blipFill>
          <a:blip r:embed="rId6">
            <a:alphaModFix/>
          </a:blip>
          <a:stretch>
            <a:fillRect/>
          </a:stretch>
        </p:blipFill>
        <p:spPr>
          <a:xfrm>
            <a:off x="7123099" y="2532899"/>
            <a:ext cx="1119457" cy="370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id="411" name="Google Shape;411;p32" title="3V9A0278.jpg"/>
          <p:cNvPicPr preferRelativeResize="0"/>
          <p:nvPr/>
        </p:nvPicPr>
        <p:blipFill rotWithShape="1">
          <a:blip r:embed="rId3">
            <a:alphaModFix/>
          </a:blip>
          <a:srcRect b="20020" l="35672" r="27857" t="2891"/>
          <a:stretch/>
        </p:blipFill>
        <p:spPr>
          <a:xfrm>
            <a:off x="158825" y="182550"/>
            <a:ext cx="3539700" cy="4778400"/>
          </a:xfrm>
          <a:prstGeom prst="roundRect">
            <a:avLst>
              <a:gd fmla="val 2976" name="adj"/>
            </a:avLst>
          </a:prstGeom>
          <a:solidFill>
            <a:srgbClr val="7DB72A"/>
          </a:solidFill>
          <a:ln>
            <a:noFill/>
          </a:ln>
        </p:spPr>
      </p:pic>
      <p:grpSp>
        <p:nvGrpSpPr>
          <p:cNvPr id="412" name="Google Shape;412;p32"/>
          <p:cNvGrpSpPr/>
          <p:nvPr/>
        </p:nvGrpSpPr>
        <p:grpSpPr>
          <a:xfrm>
            <a:off x="3834059" y="1623963"/>
            <a:ext cx="2513115" cy="1601387"/>
            <a:chOff x="4447625" y="2105575"/>
            <a:chExt cx="2475000" cy="1577100"/>
          </a:xfrm>
        </p:grpSpPr>
        <p:sp>
          <p:nvSpPr>
            <p:cNvPr id="413" name="Google Shape;413;p32"/>
            <p:cNvSpPr/>
            <p:nvPr/>
          </p:nvSpPr>
          <p:spPr>
            <a:xfrm>
              <a:off x="4447625" y="2105575"/>
              <a:ext cx="2475000" cy="1577100"/>
            </a:xfrm>
            <a:prstGeom prst="roundRect">
              <a:avLst>
                <a:gd fmla="val 5198" name="adj"/>
              </a:avLst>
            </a:prstGeom>
            <a:solidFill>
              <a:srgbClr val="FFFFFF"/>
            </a:solidFill>
            <a:ln>
              <a:noFill/>
            </a:ln>
          </p:spPr>
          <p:txBody>
            <a:bodyPr anchorCtr="0" anchor="ctr" bIns="92825" lIns="92825" spcFirstLastPara="1" rIns="92825" wrap="square" tIns="92825">
              <a:noAutofit/>
            </a:bodyPr>
            <a:lstStyle/>
            <a:p>
              <a:pPr indent="0" lvl="0" marL="0" rtl="0" algn="ctr">
                <a:spcBef>
                  <a:spcPts val="0"/>
                </a:spcBef>
                <a:spcAft>
                  <a:spcPts val="0"/>
                </a:spcAft>
                <a:buNone/>
              </a:pPr>
              <a:r>
                <a:t/>
              </a:r>
              <a:endParaRPr sz="1421"/>
            </a:p>
          </p:txBody>
        </p:sp>
        <p:sp>
          <p:nvSpPr>
            <p:cNvPr id="414" name="Google Shape;414;p32"/>
            <p:cNvSpPr txBox="1"/>
            <p:nvPr/>
          </p:nvSpPr>
          <p:spPr>
            <a:xfrm>
              <a:off x="4575074" y="2530571"/>
              <a:ext cx="1687200" cy="6156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2843">
                  <a:solidFill>
                    <a:srgbClr val="94D909"/>
                  </a:solidFill>
                  <a:latin typeface="Host Grotesk"/>
                  <a:ea typeface="Host Grotesk"/>
                  <a:cs typeface="Host Grotesk"/>
                  <a:sym typeface="Host Grotesk"/>
                </a:rPr>
                <a:t>2004</a:t>
              </a:r>
              <a:endParaRPr b="1" sz="2843">
                <a:solidFill>
                  <a:srgbClr val="94D909"/>
                </a:solidFill>
                <a:latin typeface="Host Grotesk"/>
                <a:ea typeface="Host Grotesk"/>
                <a:cs typeface="Host Grotesk"/>
                <a:sym typeface="Host Grotesk"/>
              </a:endParaRPr>
            </a:p>
          </p:txBody>
        </p:sp>
        <p:sp>
          <p:nvSpPr>
            <p:cNvPr id="415" name="Google Shape;415;p32"/>
            <p:cNvSpPr txBox="1"/>
            <p:nvPr/>
          </p:nvSpPr>
          <p:spPr>
            <a:xfrm>
              <a:off x="4595573" y="3061130"/>
              <a:ext cx="1791000" cy="515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1015">
                  <a:solidFill>
                    <a:srgbClr val="000000"/>
                  </a:solidFill>
                  <a:latin typeface="Host Grotesk Medium"/>
                  <a:ea typeface="Host Grotesk Medium"/>
                  <a:cs typeface="Host Grotesk Medium"/>
                  <a:sym typeface="Host Grotesk Medium"/>
                </a:rPr>
                <a:t>On the market for </a:t>
              </a:r>
              <a:br>
                <a:rPr lang="cs" sz="1015">
                  <a:solidFill>
                    <a:srgbClr val="000000"/>
                  </a:solidFill>
                  <a:latin typeface="Host Grotesk Medium"/>
                  <a:ea typeface="Host Grotesk Medium"/>
                  <a:cs typeface="Host Grotesk Medium"/>
                  <a:sym typeface="Host Grotesk Medium"/>
                </a:rPr>
              </a:br>
              <a:r>
                <a:rPr lang="cs" sz="1015">
                  <a:solidFill>
                    <a:srgbClr val="000000"/>
                  </a:solidFill>
                  <a:latin typeface="Host Grotesk Medium"/>
                  <a:ea typeface="Host Grotesk Medium"/>
                  <a:cs typeface="Host Grotesk Medium"/>
                  <a:sym typeface="Host Grotesk Medium"/>
                </a:rPr>
                <a:t>two decades</a:t>
              </a:r>
              <a:endParaRPr sz="1015">
                <a:solidFill>
                  <a:srgbClr val="000000"/>
                </a:solidFill>
                <a:latin typeface="Host Grotesk Medium"/>
                <a:ea typeface="Host Grotesk Medium"/>
                <a:cs typeface="Host Grotesk Medium"/>
                <a:sym typeface="Host Grotesk Medium"/>
              </a:endParaRPr>
            </a:p>
          </p:txBody>
        </p:sp>
      </p:grpSp>
      <p:grpSp>
        <p:nvGrpSpPr>
          <p:cNvPr id="416" name="Google Shape;416;p32"/>
          <p:cNvGrpSpPr/>
          <p:nvPr/>
        </p:nvGrpSpPr>
        <p:grpSpPr>
          <a:xfrm>
            <a:off x="6476563" y="1623963"/>
            <a:ext cx="2513115" cy="1601387"/>
            <a:chOff x="4447625" y="2105575"/>
            <a:chExt cx="2475000" cy="1577100"/>
          </a:xfrm>
        </p:grpSpPr>
        <p:sp>
          <p:nvSpPr>
            <p:cNvPr id="417" name="Google Shape;417;p32"/>
            <p:cNvSpPr/>
            <p:nvPr/>
          </p:nvSpPr>
          <p:spPr>
            <a:xfrm>
              <a:off x="4447625" y="2105575"/>
              <a:ext cx="2475000" cy="1577100"/>
            </a:xfrm>
            <a:prstGeom prst="roundRect">
              <a:avLst>
                <a:gd fmla="val 5198" name="adj"/>
              </a:avLst>
            </a:prstGeom>
            <a:solidFill>
              <a:srgbClr val="FFFFFF"/>
            </a:solidFill>
            <a:ln>
              <a:noFill/>
            </a:ln>
          </p:spPr>
          <p:txBody>
            <a:bodyPr anchorCtr="0" anchor="ctr" bIns="92825" lIns="92825" spcFirstLastPara="1" rIns="92825" wrap="square" tIns="92825">
              <a:noAutofit/>
            </a:bodyPr>
            <a:lstStyle/>
            <a:p>
              <a:pPr indent="0" lvl="0" marL="0" rtl="0" algn="ctr">
                <a:spcBef>
                  <a:spcPts val="0"/>
                </a:spcBef>
                <a:spcAft>
                  <a:spcPts val="0"/>
                </a:spcAft>
                <a:buNone/>
              </a:pPr>
              <a:r>
                <a:t/>
              </a:r>
              <a:endParaRPr sz="1421"/>
            </a:p>
          </p:txBody>
        </p:sp>
        <p:sp>
          <p:nvSpPr>
            <p:cNvPr id="418" name="Google Shape;418;p32"/>
            <p:cNvSpPr txBox="1"/>
            <p:nvPr/>
          </p:nvSpPr>
          <p:spPr>
            <a:xfrm>
              <a:off x="4575074" y="2530571"/>
              <a:ext cx="1687200" cy="6156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2843">
                  <a:solidFill>
                    <a:srgbClr val="94D909"/>
                  </a:solidFill>
                  <a:latin typeface="Host Grotesk"/>
                  <a:ea typeface="Host Grotesk"/>
                  <a:cs typeface="Host Grotesk"/>
                  <a:sym typeface="Host Grotesk"/>
                </a:rPr>
                <a:t>180</a:t>
              </a:r>
              <a:endParaRPr b="1" sz="2843">
                <a:solidFill>
                  <a:srgbClr val="94D909"/>
                </a:solidFill>
                <a:latin typeface="Host Grotesk"/>
                <a:ea typeface="Host Grotesk"/>
                <a:cs typeface="Host Grotesk"/>
                <a:sym typeface="Host Grotesk"/>
              </a:endParaRPr>
            </a:p>
          </p:txBody>
        </p:sp>
        <p:sp>
          <p:nvSpPr>
            <p:cNvPr id="419" name="Google Shape;419;p32"/>
            <p:cNvSpPr txBox="1"/>
            <p:nvPr/>
          </p:nvSpPr>
          <p:spPr>
            <a:xfrm>
              <a:off x="4595573" y="3061130"/>
              <a:ext cx="1791000" cy="515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1015">
                  <a:solidFill>
                    <a:srgbClr val="000000"/>
                  </a:solidFill>
                  <a:latin typeface="Host Grotesk"/>
                  <a:ea typeface="Host Grotesk"/>
                  <a:cs typeface="Host Grotesk"/>
                  <a:sym typeface="Host Grotesk"/>
                </a:rPr>
                <a:t>Over 180 supply </a:t>
              </a:r>
              <a:br>
                <a:rPr lang="cs" sz="1015">
                  <a:solidFill>
                    <a:srgbClr val="000000"/>
                  </a:solidFill>
                  <a:latin typeface="Host Grotesk"/>
                  <a:ea typeface="Host Grotesk"/>
                  <a:cs typeface="Host Grotesk"/>
                  <a:sym typeface="Host Grotesk"/>
                </a:rPr>
              </a:br>
              <a:r>
                <a:rPr lang="cs" sz="1015">
                  <a:solidFill>
                    <a:srgbClr val="000000"/>
                  </a:solidFill>
                  <a:latin typeface="Host Grotesk"/>
                  <a:ea typeface="Host Grotesk"/>
                  <a:cs typeface="Host Grotesk"/>
                  <a:sym typeface="Host Grotesk"/>
                </a:rPr>
                <a:t>chain experts</a:t>
              </a:r>
              <a:endParaRPr sz="1015">
                <a:solidFill>
                  <a:srgbClr val="000000"/>
                </a:solidFill>
                <a:latin typeface="Host Grotesk"/>
                <a:ea typeface="Host Grotesk"/>
                <a:cs typeface="Host Grotesk"/>
                <a:sym typeface="Host Grotesk"/>
              </a:endParaRPr>
            </a:p>
          </p:txBody>
        </p:sp>
      </p:grpSp>
      <p:grpSp>
        <p:nvGrpSpPr>
          <p:cNvPr id="420" name="Google Shape;420;p32"/>
          <p:cNvGrpSpPr/>
          <p:nvPr/>
        </p:nvGrpSpPr>
        <p:grpSpPr>
          <a:xfrm>
            <a:off x="3834059" y="3357087"/>
            <a:ext cx="2513115" cy="1601387"/>
            <a:chOff x="4447625" y="2105575"/>
            <a:chExt cx="2475000" cy="1577100"/>
          </a:xfrm>
        </p:grpSpPr>
        <p:sp>
          <p:nvSpPr>
            <p:cNvPr id="421" name="Google Shape;421;p32"/>
            <p:cNvSpPr/>
            <p:nvPr/>
          </p:nvSpPr>
          <p:spPr>
            <a:xfrm>
              <a:off x="4447625" y="2105575"/>
              <a:ext cx="2475000" cy="1577100"/>
            </a:xfrm>
            <a:prstGeom prst="roundRect">
              <a:avLst>
                <a:gd fmla="val 5198" name="adj"/>
              </a:avLst>
            </a:prstGeom>
            <a:solidFill>
              <a:srgbClr val="FFFFFF"/>
            </a:solidFill>
            <a:ln>
              <a:noFill/>
            </a:ln>
          </p:spPr>
          <p:txBody>
            <a:bodyPr anchorCtr="0" anchor="ctr" bIns="92825" lIns="92825" spcFirstLastPara="1" rIns="92825" wrap="square" tIns="92825">
              <a:noAutofit/>
            </a:bodyPr>
            <a:lstStyle/>
            <a:p>
              <a:pPr indent="0" lvl="0" marL="0" rtl="0" algn="ctr">
                <a:spcBef>
                  <a:spcPts val="0"/>
                </a:spcBef>
                <a:spcAft>
                  <a:spcPts val="0"/>
                </a:spcAft>
                <a:buNone/>
              </a:pPr>
              <a:r>
                <a:t/>
              </a:r>
              <a:endParaRPr sz="1421"/>
            </a:p>
          </p:txBody>
        </p:sp>
        <p:sp>
          <p:nvSpPr>
            <p:cNvPr id="422" name="Google Shape;422;p32"/>
            <p:cNvSpPr txBox="1"/>
            <p:nvPr/>
          </p:nvSpPr>
          <p:spPr>
            <a:xfrm>
              <a:off x="4575074" y="2530571"/>
              <a:ext cx="1687200" cy="6156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2843">
                  <a:solidFill>
                    <a:srgbClr val="94D909"/>
                  </a:solidFill>
                  <a:latin typeface="Host Grotesk"/>
                  <a:ea typeface="Host Grotesk"/>
                  <a:cs typeface="Host Grotesk"/>
                  <a:sym typeface="Host Grotesk"/>
                </a:rPr>
                <a:t>1.000+</a:t>
              </a:r>
              <a:endParaRPr b="1" sz="2843">
                <a:solidFill>
                  <a:srgbClr val="94D909"/>
                </a:solidFill>
                <a:latin typeface="Host Grotesk"/>
                <a:ea typeface="Host Grotesk"/>
                <a:cs typeface="Host Grotesk"/>
                <a:sym typeface="Host Grotesk"/>
              </a:endParaRPr>
            </a:p>
          </p:txBody>
        </p:sp>
        <p:sp>
          <p:nvSpPr>
            <p:cNvPr id="423" name="Google Shape;423;p32"/>
            <p:cNvSpPr txBox="1"/>
            <p:nvPr/>
          </p:nvSpPr>
          <p:spPr>
            <a:xfrm>
              <a:off x="4595575" y="3061127"/>
              <a:ext cx="2156100" cy="515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1015">
                  <a:solidFill>
                    <a:srgbClr val="000000"/>
                  </a:solidFill>
                  <a:latin typeface="Host Grotesk"/>
                  <a:ea typeface="Host Grotesk"/>
                  <a:cs typeface="Host Grotesk"/>
                  <a:sym typeface="Host Grotesk"/>
                </a:rPr>
                <a:t>More than 1,000 successfully completed projects</a:t>
              </a:r>
              <a:endParaRPr sz="1015">
                <a:solidFill>
                  <a:srgbClr val="000000"/>
                </a:solidFill>
                <a:latin typeface="Host Grotesk"/>
                <a:ea typeface="Host Grotesk"/>
                <a:cs typeface="Host Grotesk"/>
                <a:sym typeface="Host Grotesk"/>
              </a:endParaRPr>
            </a:p>
          </p:txBody>
        </p:sp>
      </p:grpSp>
      <p:grpSp>
        <p:nvGrpSpPr>
          <p:cNvPr id="424" name="Google Shape;424;p32"/>
          <p:cNvGrpSpPr/>
          <p:nvPr/>
        </p:nvGrpSpPr>
        <p:grpSpPr>
          <a:xfrm>
            <a:off x="6476563" y="3348613"/>
            <a:ext cx="2513115" cy="1601387"/>
            <a:chOff x="4447625" y="2105575"/>
            <a:chExt cx="2475000" cy="1577100"/>
          </a:xfrm>
        </p:grpSpPr>
        <p:sp>
          <p:nvSpPr>
            <p:cNvPr id="425" name="Google Shape;425;p32"/>
            <p:cNvSpPr/>
            <p:nvPr/>
          </p:nvSpPr>
          <p:spPr>
            <a:xfrm>
              <a:off x="4447625" y="2105575"/>
              <a:ext cx="2475000" cy="1577100"/>
            </a:xfrm>
            <a:prstGeom prst="roundRect">
              <a:avLst>
                <a:gd fmla="val 5198" name="adj"/>
              </a:avLst>
            </a:prstGeom>
            <a:solidFill>
              <a:srgbClr val="FFFFFF"/>
            </a:solidFill>
            <a:ln>
              <a:noFill/>
            </a:ln>
          </p:spPr>
          <p:txBody>
            <a:bodyPr anchorCtr="0" anchor="ctr" bIns="92825" lIns="92825" spcFirstLastPara="1" rIns="92825" wrap="square" tIns="92825">
              <a:noAutofit/>
            </a:bodyPr>
            <a:lstStyle/>
            <a:p>
              <a:pPr indent="0" lvl="0" marL="0" rtl="0" algn="ctr">
                <a:spcBef>
                  <a:spcPts val="0"/>
                </a:spcBef>
                <a:spcAft>
                  <a:spcPts val="0"/>
                </a:spcAft>
                <a:buNone/>
              </a:pPr>
              <a:r>
                <a:t/>
              </a:r>
              <a:endParaRPr sz="1421"/>
            </a:p>
          </p:txBody>
        </p:sp>
        <p:sp>
          <p:nvSpPr>
            <p:cNvPr id="426" name="Google Shape;426;p32"/>
            <p:cNvSpPr txBox="1"/>
            <p:nvPr/>
          </p:nvSpPr>
          <p:spPr>
            <a:xfrm>
              <a:off x="4595584" y="3061121"/>
              <a:ext cx="2126700" cy="515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1015">
                  <a:solidFill>
                    <a:srgbClr val="000000"/>
                  </a:solidFill>
                  <a:latin typeface="Host Grotesk"/>
                  <a:ea typeface="Host Grotesk"/>
                  <a:cs typeface="Host Grotesk"/>
                  <a:sym typeface="Host Grotesk"/>
                </a:rPr>
                <a:t>Countless ideas </a:t>
              </a:r>
              <a:br>
                <a:rPr lang="cs" sz="1015">
                  <a:solidFill>
                    <a:srgbClr val="000000"/>
                  </a:solidFill>
                  <a:latin typeface="Host Grotesk"/>
                  <a:ea typeface="Host Grotesk"/>
                  <a:cs typeface="Host Grotesk"/>
                  <a:sym typeface="Host Grotesk"/>
                </a:rPr>
              </a:br>
              <a:r>
                <a:rPr lang="cs" sz="1015">
                  <a:solidFill>
                    <a:srgbClr val="000000"/>
                  </a:solidFill>
                  <a:latin typeface="Host Grotesk"/>
                  <a:ea typeface="Host Grotesk"/>
                  <a:cs typeface="Host Grotesk"/>
                  <a:sym typeface="Host Grotesk"/>
                </a:rPr>
                <a:t>with added value</a:t>
              </a:r>
              <a:endParaRPr sz="1015">
                <a:solidFill>
                  <a:srgbClr val="000000"/>
                </a:solidFill>
                <a:latin typeface="Host Grotesk"/>
                <a:ea typeface="Host Grotesk"/>
                <a:cs typeface="Host Grotesk"/>
                <a:sym typeface="Host Grotesk"/>
              </a:endParaRPr>
            </a:p>
          </p:txBody>
        </p:sp>
      </p:grpSp>
      <p:sp>
        <p:nvSpPr>
          <p:cNvPr id="427" name="Google Shape;427;p32"/>
          <p:cNvSpPr txBox="1"/>
          <p:nvPr/>
        </p:nvSpPr>
        <p:spPr>
          <a:xfrm>
            <a:off x="6623879" y="3491747"/>
            <a:ext cx="1713300" cy="11178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6043">
                <a:solidFill>
                  <a:srgbClr val="94D909"/>
                </a:solidFill>
                <a:latin typeface="Host Grotesk"/>
                <a:ea typeface="Host Grotesk"/>
                <a:cs typeface="Host Grotesk"/>
                <a:sym typeface="Host Grotesk"/>
              </a:rPr>
              <a:t>∞</a:t>
            </a:r>
            <a:endParaRPr sz="6043">
              <a:solidFill>
                <a:srgbClr val="94D909"/>
              </a:solidFill>
              <a:latin typeface="Host Grotesk"/>
              <a:ea typeface="Host Grotesk"/>
              <a:cs typeface="Host Grotesk"/>
              <a:sym typeface="Host Grotesk"/>
            </a:endParaRPr>
          </a:p>
        </p:txBody>
      </p:sp>
      <p:sp>
        <p:nvSpPr>
          <p:cNvPr id="428" name="Google Shape;428;p32"/>
          <p:cNvSpPr txBox="1"/>
          <p:nvPr/>
        </p:nvSpPr>
        <p:spPr>
          <a:xfrm>
            <a:off x="3826075" y="279725"/>
            <a:ext cx="5155500" cy="101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2000">
                <a:solidFill>
                  <a:srgbClr val="000000"/>
                </a:solidFill>
                <a:latin typeface="Host Grotesk"/>
                <a:ea typeface="Host Grotesk"/>
                <a:cs typeface="Host Grotesk"/>
                <a:sym typeface="Host Grotesk"/>
              </a:rPr>
              <a:t>Logio transforms your supply chain into </a:t>
            </a:r>
            <a:br>
              <a:rPr b="1" lang="cs" sz="2000">
                <a:solidFill>
                  <a:srgbClr val="000000"/>
                </a:solidFill>
                <a:latin typeface="Host Grotesk"/>
                <a:ea typeface="Host Grotesk"/>
                <a:cs typeface="Host Grotesk"/>
                <a:sym typeface="Host Grotesk"/>
              </a:rPr>
            </a:br>
            <a:r>
              <a:rPr b="1" lang="cs" sz="2000">
                <a:solidFill>
                  <a:srgbClr val="000000"/>
                </a:solidFill>
                <a:latin typeface="Host Grotesk"/>
                <a:ea typeface="Host Grotesk"/>
                <a:cs typeface="Host Grotesk"/>
                <a:sym typeface="Host Grotesk"/>
              </a:rPr>
              <a:t>a competitive advantage through</a:t>
            </a:r>
            <a:r>
              <a:rPr b="1" lang="cs" sz="2000">
                <a:solidFill>
                  <a:srgbClr val="000000"/>
                </a:solidFill>
                <a:latin typeface="Host Grotesk"/>
                <a:ea typeface="Host Grotesk"/>
                <a:cs typeface="Host Grotesk"/>
                <a:sym typeface="Host Grotesk"/>
              </a:rPr>
              <a:t> data‑led strategy and purpose‑built software.</a:t>
            </a:r>
            <a:endParaRPr b="1" sz="2000">
              <a:solidFill>
                <a:srgbClr val="000000"/>
              </a:solidFill>
              <a:latin typeface="Host Grotesk"/>
              <a:ea typeface="Host Grotesk"/>
              <a:cs typeface="Host Grotesk"/>
              <a:sym typeface="Host Grotes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3"/>
          <p:cNvSpPr/>
          <p:nvPr/>
        </p:nvSpPr>
        <p:spPr>
          <a:xfrm>
            <a:off x="2398924" y="3141827"/>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3"/>
          <p:cNvSpPr/>
          <p:nvPr/>
        </p:nvSpPr>
        <p:spPr>
          <a:xfrm>
            <a:off x="6861723" y="3141827"/>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33"/>
          <p:cNvSpPr/>
          <p:nvPr/>
        </p:nvSpPr>
        <p:spPr>
          <a:xfrm>
            <a:off x="4630324" y="3141827"/>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33"/>
          <p:cNvSpPr/>
          <p:nvPr/>
        </p:nvSpPr>
        <p:spPr>
          <a:xfrm>
            <a:off x="167525" y="3141827"/>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33"/>
          <p:cNvSpPr/>
          <p:nvPr/>
        </p:nvSpPr>
        <p:spPr>
          <a:xfrm>
            <a:off x="2390674" y="1183655"/>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33"/>
          <p:cNvSpPr/>
          <p:nvPr/>
        </p:nvSpPr>
        <p:spPr>
          <a:xfrm>
            <a:off x="6853473" y="1183655"/>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3"/>
          <p:cNvSpPr/>
          <p:nvPr/>
        </p:nvSpPr>
        <p:spPr>
          <a:xfrm>
            <a:off x="4622074" y="1183655"/>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3"/>
          <p:cNvSpPr/>
          <p:nvPr/>
        </p:nvSpPr>
        <p:spPr>
          <a:xfrm>
            <a:off x="159275" y="1183655"/>
            <a:ext cx="2131200" cy="18645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3"/>
          <p:cNvSpPr/>
          <p:nvPr/>
        </p:nvSpPr>
        <p:spPr>
          <a:xfrm>
            <a:off x="158825" y="182550"/>
            <a:ext cx="8834100" cy="9051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33"/>
          <p:cNvSpPr txBox="1"/>
          <p:nvPr/>
        </p:nvSpPr>
        <p:spPr>
          <a:xfrm>
            <a:off x="317900" y="290400"/>
            <a:ext cx="70005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3400">
                <a:solidFill>
                  <a:srgbClr val="000000"/>
                </a:solidFill>
                <a:latin typeface="Host Grotesk"/>
                <a:ea typeface="Host Grotesk"/>
                <a:cs typeface="Host Grotesk"/>
                <a:sym typeface="Host Grotesk"/>
              </a:rPr>
              <a:t>Smart solution for any challenge</a:t>
            </a:r>
            <a:endParaRPr b="1" sz="3400">
              <a:solidFill>
                <a:srgbClr val="000000"/>
              </a:solidFill>
              <a:latin typeface="Host Grotesk"/>
              <a:ea typeface="Host Grotesk"/>
              <a:cs typeface="Host Grotesk"/>
              <a:sym typeface="Host Grotesk"/>
            </a:endParaRPr>
          </a:p>
        </p:txBody>
      </p:sp>
      <p:sp>
        <p:nvSpPr>
          <p:cNvPr id="443" name="Google Shape;443;p33"/>
          <p:cNvSpPr txBox="1"/>
          <p:nvPr/>
        </p:nvSpPr>
        <p:spPr>
          <a:xfrm>
            <a:off x="384636" y="2282818"/>
            <a:ext cx="1433100" cy="6228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Strategy &amp; Transformation</a:t>
            </a:r>
            <a:endParaRPr b="1" sz="1315">
              <a:solidFill>
                <a:srgbClr val="000000"/>
              </a:solidFill>
              <a:latin typeface="Host Grotesk"/>
              <a:ea typeface="Host Grotesk"/>
              <a:cs typeface="Host Grotesk"/>
              <a:sym typeface="Host Grotesk"/>
            </a:endParaRPr>
          </a:p>
        </p:txBody>
      </p:sp>
      <p:sp>
        <p:nvSpPr>
          <p:cNvPr id="444" name="Google Shape;444;p33"/>
          <p:cNvSpPr txBox="1"/>
          <p:nvPr/>
        </p:nvSpPr>
        <p:spPr>
          <a:xfrm>
            <a:off x="2582272" y="2300543"/>
            <a:ext cx="1906800" cy="622800"/>
          </a:xfrm>
          <a:prstGeom prst="rect">
            <a:avLst/>
          </a:prstGeom>
          <a:noFill/>
          <a:ln>
            <a:noFill/>
          </a:ln>
        </p:spPr>
        <p:txBody>
          <a:bodyPr anchorCtr="0" anchor="t" bIns="92825" lIns="92825" spcFirstLastPara="1" rIns="92825" wrap="square" tIns="92825">
            <a:spAutoFit/>
          </a:bodyPr>
          <a:lstStyle/>
          <a:p>
            <a:pPr indent="0" lvl="0" marL="0" marR="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Process &amp; Systems Optimization</a:t>
            </a:r>
            <a:endParaRPr b="1" sz="1315">
              <a:solidFill>
                <a:srgbClr val="000000"/>
              </a:solidFill>
              <a:latin typeface="Host Grotesk"/>
              <a:ea typeface="Host Grotesk"/>
              <a:cs typeface="Host Grotesk"/>
              <a:sym typeface="Host Grotesk"/>
            </a:endParaRPr>
          </a:p>
        </p:txBody>
      </p:sp>
      <p:sp>
        <p:nvSpPr>
          <p:cNvPr id="445" name="Google Shape;445;p33"/>
          <p:cNvSpPr txBox="1"/>
          <p:nvPr/>
        </p:nvSpPr>
        <p:spPr>
          <a:xfrm>
            <a:off x="4871008" y="2082509"/>
            <a:ext cx="1519800" cy="8556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Logistics, Warehousing </a:t>
            </a:r>
            <a:br>
              <a:rPr b="1" lang="cs" sz="1315">
                <a:solidFill>
                  <a:srgbClr val="000000"/>
                </a:solidFill>
                <a:latin typeface="Host Grotesk"/>
                <a:ea typeface="Host Grotesk"/>
                <a:cs typeface="Host Grotesk"/>
                <a:sym typeface="Host Grotesk"/>
              </a:rPr>
            </a:br>
            <a:r>
              <a:rPr b="1" lang="cs" sz="1315">
                <a:solidFill>
                  <a:srgbClr val="000000"/>
                </a:solidFill>
                <a:latin typeface="Host Grotesk"/>
                <a:ea typeface="Host Grotesk"/>
                <a:cs typeface="Host Grotesk"/>
                <a:sym typeface="Host Grotesk"/>
              </a:rPr>
              <a:t>&amp; Distribution</a:t>
            </a:r>
            <a:endParaRPr b="1" sz="1315">
              <a:solidFill>
                <a:srgbClr val="000000"/>
              </a:solidFill>
              <a:latin typeface="Host Grotesk"/>
              <a:ea typeface="Host Grotesk"/>
              <a:cs typeface="Host Grotesk"/>
              <a:sym typeface="Host Grotesk"/>
            </a:endParaRPr>
          </a:p>
        </p:txBody>
      </p:sp>
      <p:sp>
        <p:nvSpPr>
          <p:cNvPr id="446" name="Google Shape;446;p33"/>
          <p:cNvSpPr txBox="1"/>
          <p:nvPr/>
        </p:nvSpPr>
        <p:spPr>
          <a:xfrm>
            <a:off x="7100509" y="2307639"/>
            <a:ext cx="1519800" cy="622800"/>
          </a:xfrm>
          <a:prstGeom prst="rect">
            <a:avLst/>
          </a:prstGeom>
          <a:noFill/>
          <a:ln>
            <a:noFill/>
          </a:ln>
        </p:spPr>
        <p:txBody>
          <a:bodyPr anchorCtr="0" anchor="t" bIns="92825" lIns="92825" spcFirstLastPara="1" rIns="92825" wrap="square" tIns="92825">
            <a:spAutoFit/>
          </a:bodyPr>
          <a:lstStyle/>
          <a:p>
            <a:pPr indent="0" lvl="0" marL="0" marR="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Manufacturing </a:t>
            </a:r>
            <a:br>
              <a:rPr b="1" lang="cs" sz="1315">
                <a:solidFill>
                  <a:srgbClr val="000000"/>
                </a:solidFill>
                <a:latin typeface="Host Grotesk"/>
                <a:ea typeface="Host Grotesk"/>
                <a:cs typeface="Host Grotesk"/>
                <a:sym typeface="Host Grotesk"/>
              </a:rPr>
            </a:br>
            <a:r>
              <a:rPr b="1" lang="cs" sz="1315">
                <a:solidFill>
                  <a:srgbClr val="000000"/>
                </a:solidFill>
                <a:latin typeface="Host Grotesk"/>
                <a:ea typeface="Host Grotesk"/>
                <a:cs typeface="Host Grotesk"/>
                <a:sym typeface="Host Grotesk"/>
              </a:rPr>
              <a:t>&amp; Maintenance</a:t>
            </a:r>
            <a:endParaRPr b="1" sz="1315">
              <a:solidFill>
                <a:srgbClr val="000000"/>
              </a:solidFill>
              <a:latin typeface="Host Grotesk"/>
              <a:ea typeface="Host Grotesk"/>
              <a:cs typeface="Host Grotesk"/>
              <a:sym typeface="Host Grotesk"/>
            </a:endParaRPr>
          </a:p>
        </p:txBody>
      </p:sp>
      <p:sp>
        <p:nvSpPr>
          <p:cNvPr id="447" name="Google Shape;447;p33"/>
          <p:cNvSpPr txBox="1"/>
          <p:nvPr/>
        </p:nvSpPr>
        <p:spPr>
          <a:xfrm>
            <a:off x="391850" y="4260318"/>
            <a:ext cx="1636500" cy="3876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00">
                <a:solidFill>
                  <a:srgbClr val="000000"/>
                </a:solidFill>
                <a:latin typeface="Host Grotesk"/>
                <a:ea typeface="Host Grotesk"/>
                <a:cs typeface="Host Grotesk"/>
                <a:sym typeface="Host Grotesk"/>
              </a:rPr>
              <a:t>Data &amp; Operations</a:t>
            </a:r>
            <a:endParaRPr b="1" sz="1300">
              <a:solidFill>
                <a:srgbClr val="000000"/>
              </a:solidFill>
              <a:latin typeface="Host Grotesk"/>
              <a:ea typeface="Host Grotesk"/>
              <a:cs typeface="Host Grotesk"/>
              <a:sym typeface="Host Grotesk"/>
            </a:endParaRPr>
          </a:p>
        </p:txBody>
      </p:sp>
      <p:sp>
        <p:nvSpPr>
          <p:cNvPr id="448" name="Google Shape;448;p33"/>
          <p:cNvSpPr txBox="1"/>
          <p:nvPr/>
        </p:nvSpPr>
        <p:spPr>
          <a:xfrm>
            <a:off x="2634852" y="4260323"/>
            <a:ext cx="1519800" cy="617700"/>
          </a:xfrm>
          <a:prstGeom prst="rect">
            <a:avLst/>
          </a:prstGeom>
          <a:noFill/>
          <a:ln>
            <a:noFill/>
          </a:ln>
        </p:spPr>
        <p:txBody>
          <a:bodyPr anchorCtr="0" anchor="t" bIns="92825" lIns="92825" spcFirstLastPara="1" rIns="92825" wrap="square" tIns="92825">
            <a:spAutoFit/>
          </a:bodyPr>
          <a:lstStyle/>
          <a:p>
            <a:pPr indent="0" lvl="0" marL="0" marR="0" rtl="0" algn="l">
              <a:lnSpc>
                <a:spcPct val="115000"/>
              </a:lnSpc>
              <a:spcBef>
                <a:spcPts val="0"/>
              </a:spcBef>
              <a:spcAft>
                <a:spcPts val="0"/>
              </a:spcAft>
              <a:buNone/>
            </a:pPr>
            <a:r>
              <a:rPr b="1" lang="cs" sz="1300">
                <a:solidFill>
                  <a:srgbClr val="000000"/>
                </a:solidFill>
                <a:latin typeface="Host Grotesk"/>
                <a:ea typeface="Host Grotesk"/>
                <a:cs typeface="Host Grotesk"/>
                <a:sym typeface="Host Grotesk"/>
              </a:rPr>
              <a:t>Delivery </a:t>
            </a:r>
            <a:br>
              <a:rPr b="1" lang="cs" sz="1300">
                <a:solidFill>
                  <a:srgbClr val="000000"/>
                </a:solidFill>
                <a:latin typeface="Host Grotesk"/>
                <a:ea typeface="Host Grotesk"/>
                <a:cs typeface="Host Grotesk"/>
                <a:sym typeface="Host Grotesk"/>
              </a:rPr>
            </a:br>
            <a:r>
              <a:rPr b="1" lang="cs" sz="1300">
                <a:solidFill>
                  <a:srgbClr val="000000"/>
                </a:solidFill>
                <a:latin typeface="Host Grotesk"/>
                <a:ea typeface="Host Grotesk"/>
                <a:cs typeface="Host Grotesk"/>
                <a:sym typeface="Host Grotesk"/>
              </a:rPr>
              <a:t>&amp; Execution</a:t>
            </a:r>
            <a:endParaRPr b="1" sz="1015">
              <a:solidFill>
                <a:srgbClr val="000000"/>
              </a:solidFill>
              <a:latin typeface="Host Grotesk"/>
              <a:ea typeface="Host Grotesk"/>
              <a:cs typeface="Host Grotesk"/>
              <a:sym typeface="Host Grotesk"/>
            </a:endParaRPr>
          </a:p>
        </p:txBody>
      </p:sp>
      <p:sp>
        <p:nvSpPr>
          <p:cNvPr id="449" name="Google Shape;449;p33"/>
          <p:cNvSpPr txBox="1"/>
          <p:nvPr/>
        </p:nvSpPr>
        <p:spPr>
          <a:xfrm>
            <a:off x="4871002" y="4257894"/>
            <a:ext cx="1519800" cy="617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00">
                <a:solidFill>
                  <a:srgbClr val="000000"/>
                </a:solidFill>
                <a:latin typeface="Host Grotesk"/>
                <a:ea typeface="Host Grotesk"/>
                <a:cs typeface="Host Grotesk"/>
                <a:sym typeface="Host Grotesk"/>
              </a:rPr>
              <a:t>Product </a:t>
            </a:r>
            <a:endParaRPr b="1" sz="13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300">
                <a:solidFill>
                  <a:srgbClr val="000000"/>
                </a:solidFill>
                <a:latin typeface="Host Grotesk"/>
                <a:ea typeface="Host Grotesk"/>
                <a:cs typeface="Host Grotesk"/>
                <a:sym typeface="Host Grotesk"/>
              </a:rPr>
              <a:t>Development</a:t>
            </a:r>
            <a:endParaRPr b="1" sz="1300">
              <a:solidFill>
                <a:srgbClr val="000000"/>
              </a:solidFill>
              <a:latin typeface="Host Grotesk"/>
              <a:ea typeface="Host Grotesk"/>
              <a:cs typeface="Host Grotesk"/>
              <a:sym typeface="Host Grotesk"/>
            </a:endParaRPr>
          </a:p>
        </p:txBody>
      </p:sp>
      <p:sp>
        <p:nvSpPr>
          <p:cNvPr id="450" name="Google Shape;450;p33"/>
          <p:cNvSpPr txBox="1"/>
          <p:nvPr/>
        </p:nvSpPr>
        <p:spPr>
          <a:xfrm>
            <a:off x="7010113" y="4253698"/>
            <a:ext cx="1966800" cy="617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Clr>
                <a:srgbClr val="000000"/>
              </a:buClr>
              <a:buSzPts val="1100"/>
              <a:buFont typeface="Arial"/>
              <a:buNone/>
            </a:pPr>
            <a:r>
              <a:rPr b="1" lang="cs" sz="1300">
                <a:solidFill>
                  <a:srgbClr val="000000"/>
                </a:solidFill>
                <a:latin typeface="Host Grotesk"/>
                <a:ea typeface="Host Grotesk"/>
                <a:cs typeface="Host Grotesk"/>
                <a:sym typeface="Host Grotesk"/>
              </a:rPr>
              <a:t>Inventory, Pricing &amp; </a:t>
            </a:r>
            <a:endParaRPr b="1" sz="13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Clr>
                <a:srgbClr val="000000"/>
              </a:buClr>
              <a:buSzPts val="1100"/>
              <a:buFont typeface="Arial"/>
              <a:buNone/>
            </a:pPr>
            <a:r>
              <a:rPr b="1" lang="cs" sz="1300">
                <a:solidFill>
                  <a:srgbClr val="000000"/>
                </a:solidFill>
                <a:latin typeface="Host Grotesk"/>
                <a:ea typeface="Host Grotesk"/>
                <a:cs typeface="Host Grotesk"/>
                <a:sym typeface="Host Grotesk"/>
              </a:rPr>
              <a:t>Promotion Optimization</a:t>
            </a:r>
            <a:endParaRPr b="1" sz="1300">
              <a:solidFill>
                <a:srgbClr val="000000"/>
              </a:solidFill>
              <a:latin typeface="Host Grotesk"/>
              <a:ea typeface="Host Grotesk"/>
              <a:cs typeface="Host Grotesk"/>
              <a:sym typeface="Host Grotesk"/>
            </a:endParaRPr>
          </a:p>
        </p:txBody>
      </p:sp>
      <p:grpSp>
        <p:nvGrpSpPr>
          <p:cNvPr id="451" name="Google Shape;451;p33"/>
          <p:cNvGrpSpPr/>
          <p:nvPr/>
        </p:nvGrpSpPr>
        <p:grpSpPr>
          <a:xfrm>
            <a:off x="7109828" y="3370496"/>
            <a:ext cx="429440" cy="429440"/>
            <a:chOff x="5405086" y="3412950"/>
            <a:chExt cx="407400" cy="407400"/>
          </a:xfrm>
        </p:grpSpPr>
        <p:sp>
          <p:nvSpPr>
            <p:cNvPr id="452" name="Google Shape;452;p33"/>
            <p:cNvSpPr/>
            <p:nvPr/>
          </p:nvSpPr>
          <p:spPr>
            <a:xfrm>
              <a:off x="5405086" y="3412950"/>
              <a:ext cx="407400" cy="407400"/>
            </a:xfrm>
            <a:prstGeom prst="roundRect">
              <a:avLst>
                <a:gd fmla="val 16667" name="adj"/>
              </a:avLst>
            </a:prstGeom>
            <a:solidFill>
              <a:srgbClr val="F6F5EF"/>
            </a:solidFill>
            <a:ln>
              <a:noFill/>
            </a:ln>
          </p:spPr>
          <p:txBody>
            <a:bodyPr anchorCtr="0" anchor="ctr" bIns="96375" lIns="96375" spcFirstLastPara="1" rIns="96375" wrap="square" tIns="96375">
              <a:noAutofit/>
            </a:bodyPr>
            <a:lstStyle/>
            <a:p>
              <a:pPr indent="0" lvl="0" marL="0" rtl="0" algn="ctr">
                <a:spcBef>
                  <a:spcPts val="0"/>
                </a:spcBef>
                <a:spcAft>
                  <a:spcPts val="0"/>
                </a:spcAft>
                <a:buNone/>
              </a:pPr>
              <a:r>
                <a:t/>
              </a:r>
              <a:endParaRPr sz="1476"/>
            </a:p>
          </p:txBody>
        </p:sp>
        <p:pic>
          <p:nvPicPr>
            <p:cNvPr id="453" name="Google Shape;453;p33" title="chart-line-up.png"/>
            <p:cNvPicPr preferRelativeResize="0"/>
            <p:nvPr/>
          </p:nvPicPr>
          <p:blipFill>
            <a:blip r:embed="rId3">
              <a:alphaModFix/>
            </a:blip>
            <a:stretch>
              <a:fillRect/>
            </a:stretch>
          </p:blipFill>
          <p:spPr>
            <a:xfrm>
              <a:off x="5495563" y="3510912"/>
              <a:ext cx="249900" cy="211463"/>
            </a:xfrm>
            <a:prstGeom prst="rect">
              <a:avLst/>
            </a:prstGeom>
            <a:noFill/>
            <a:ln>
              <a:noFill/>
            </a:ln>
          </p:spPr>
        </p:pic>
      </p:grpSp>
      <p:grpSp>
        <p:nvGrpSpPr>
          <p:cNvPr id="454" name="Google Shape;454;p33"/>
          <p:cNvGrpSpPr/>
          <p:nvPr/>
        </p:nvGrpSpPr>
        <p:grpSpPr>
          <a:xfrm>
            <a:off x="4872657" y="3370371"/>
            <a:ext cx="407400" cy="407400"/>
            <a:chOff x="3658986" y="3412950"/>
            <a:chExt cx="407400" cy="407400"/>
          </a:xfrm>
        </p:grpSpPr>
        <p:sp>
          <p:nvSpPr>
            <p:cNvPr id="455" name="Google Shape;455;p33"/>
            <p:cNvSpPr/>
            <p:nvPr/>
          </p:nvSpPr>
          <p:spPr>
            <a:xfrm>
              <a:off x="3658986" y="3412950"/>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6" name="Google Shape;456;p33" title="package (1).png"/>
            <p:cNvPicPr preferRelativeResize="0"/>
            <p:nvPr/>
          </p:nvPicPr>
          <p:blipFill>
            <a:blip r:embed="rId4">
              <a:alphaModFix/>
            </a:blip>
            <a:stretch>
              <a:fillRect/>
            </a:stretch>
          </p:blipFill>
          <p:spPr>
            <a:xfrm>
              <a:off x="3741350" y="3482082"/>
              <a:ext cx="249900" cy="269130"/>
            </a:xfrm>
            <a:prstGeom prst="rect">
              <a:avLst/>
            </a:prstGeom>
            <a:solidFill>
              <a:srgbClr val="F6F5EF"/>
            </a:solidFill>
            <a:ln>
              <a:noFill/>
            </a:ln>
          </p:spPr>
        </p:pic>
      </p:grpSp>
      <p:grpSp>
        <p:nvGrpSpPr>
          <p:cNvPr id="457" name="Google Shape;457;p33"/>
          <p:cNvGrpSpPr/>
          <p:nvPr/>
        </p:nvGrpSpPr>
        <p:grpSpPr>
          <a:xfrm>
            <a:off x="2635682" y="3386457"/>
            <a:ext cx="407400" cy="407400"/>
            <a:chOff x="1984936" y="3412950"/>
            <a:chExt cx="407400" cy="407400"/>
          </a:xfrm>
        </p:grpSpPr>
        <p:sp>
          <p:nvSpPr>
            <p:cNvPr id="458" name="Google Shape;458;p33"/>
            <p:cNvSpPr/>
            <p:nvPr/>
          </p:nvSpPr>
          <p:spPr>
            <a:xfrm>
              <a:off x="1984936" y="3412950"/>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9" name="Google Shape;459;p33" title="truck.png"/>
            <p:cNvPicPr preferRelativeResize="0"/>
            <p:nvPr/>
          </p:nvPicPr>
          <p:blipFill>
            <a:blip r:embed="rId5">
              <a:alphaModFix/>
            </a:blip>
            <a:stretch>
              <a:fillRect/>
            </a:stretch>
          </p:blipFill>
          <p:spPr>
            <a:xfrm>
              <a:off x="2049738" y="3538590"/>
              <a:ext cx="277775" cy="195585"/>
            </a:xfrm>
            <a:prstGeom prst="rect">
              <a:avLst/>
            </a:prstGeom>
            <a:solidFill>
              <a:srgbClr val="F6F5EF"/>
            </a:solidFill>
            <a:ln>
              <a:noFill/>
            </a:ln>
          </p:spPr>
        </p:pic>
      </p:grpSp>
      <p:grpSp>
        <p:nvGrpSpPr>
          <p:cNvPr id="460" name="Google Shape;460;p33"/>
          <p:cNvGrpSpPr/>
          <p:nvPr/>
        </p:nvGrpSpPr>
        <p:grpSpPr>
          <a:xfrm>
            <a:off x="398707" y="3379257"/>
            <a:ext cx="407400" cy="407400"/>
            <a:chOff x="310886" y="3412950"/>
            <a:chExt cx="407400" cy="407400"/>
          </a:xfrm>
        </p:grpSpPr>
        <p:sp>
          <p:nvSpPr>
            <p:cNvPr id="461" name="Google Shape;461;p33"/>
            <p:cNvSpPr/>
            <p:nvPr/>
          </p:nvSpPr>
          <p:spPr>
            <a:xfrm>
              <a:off x="310886" y="3412950"/>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2" name="Google Shape;462;p33" title="chart-pie-slice.png"/>
            <p:cNvPicPr preferRelativeResize="0"/>
            <p:nvPr/>
          </p:nvPicPr>
          <p:blipFill>
            <a:blip r:embed="rId6">
              <a:alphaModFix/>
            </a:blip>
            <a:stretch>
              <a:fillRect/>
            </a:stretch>
          </p:blipFill>
          <p:spPr>
            <a:xfrm>
              <a:off x="389625" y="3491097"/>
              <a:ext cx="249895" cy="251100"/>
            </a:xfrm>
            <a:prstGeom prst="rect">
              <a:avLst/>
            </a:prstGeom>
            <a:noFill/>
            <a:ln>
              <a:noFill/>
            </a:ln>
          </p:spPr>
        </p:pic>
      </p:grpSp>
      <p:grpSp>
        <p:nvGrpSpPr>
          <p:cNvPr id="463" name="Google Shape;463;p33"/>
          <p:cNvGrpSpPr/>
          <p:nvPr/>
        </p:nvGrpSpPr>
        <p:grpSpPr>
          <a:xfrm>
            <a:off x="389636" y="1438268"/>
            <a:ext cx="407400" cy="407400"/>
            <a:chOff x="389636" y="1390300"/>
            <a:chExt cx="407400" cy="407400"/>
          </a:xfrm>
        </p:grpSpPr>
        <p:sp>
          <p:nvSpPr>
            <p:cNvPr id="464" name="Google Shape;464;p33"/>
            <p:cNvSpPr/>
            <p:nvPr/>
          </p:nvSpPr>
          <p:spPr>
            <a:xfrm>
              <a:off x="389636" y="1390300"/>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5" name="Google Shape;465;p33" title="strategy (1).png"/>
            <p:cNvPicPr preferRelativeResize="0"/>
            <p:nvPr/>
          </p:nvPicPr>
          <p:blipFill>
            <a:blip r:embed="rId7">
              <a:alphaModFix/>
            </a:blip>
            <a:stretch>
              <a:fillRect/>
            </a:stretch>
          </p:blipFill>
          <p:spPr>
            <a:xfrm>
              <a:off x="454433" y="1459378"/>
              <a:ext cx="277775" cy="276342"/>
            </a:xfrm>
            <a:prstGeom prst="rect">
              <a:avLst/>
            </a:prstGeom>
            <a:solidFill>
              <a:srgbClr val="F6F5EF"/>
            </a:solidFill>
            <a:ln>
              <a:noFill/>
            </a:ln>
          </p:spPr>
        </p:pic>
      </p:grpSp>
      <p:grpSp>
        <p:nvGrpSpPr>
          <p:cNvPr id="466" name="Google Shape;466;p33"/>
          <p:cNvGrpSpPr/>
          <p:nvPr/>
        </p:nvGrpSpPr>
        <p:grpSpPr>
          <a:xfrm>
            <a:off x="2626590" y="1430018"/>
            <a:ext cx="407400" cy="407400"/>
            <a:chOff x="2694961" y="1382050"/>
            <a:chExt cx="407400" cy="407400"/>
          </a:xfrm>
        </p:grpSpPr>
        <p:sp>
          <p:nvSpPr>
            <p:cNvPr id="467" name="Google Shape;467;p33"/>
            <p:cNvSpPr/>
            <p:nvPr/>
          </p:nvSpPr>
          <p:spPr>
            <a:xfrm>
              <a:off x="2694961" y="1382050"/>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8" name="Google Shape;468;p33" title="network (1).png"/>
            <p:cNvPicPr preferRelativeResize="0"/>
            <p:nvPr/>
          </p:nvPicPr>
          <p:blipFill>
            <a:blip r:embed="rId8">
              <a:alphaModFix/>
            </a:blip>
            <a:stretch>
              <a:fillRect/>
            </a:stretch>
          </p:blipFill>
          <p:spPr>
            <a:xfrm>
              <a:off x="2743888" y="1445665"/>
              <a:ext cx="309520" cy="276350"/>
            </a:xfrm>
            <a:prstGeom prst="rect">
              <a:avLst/>
            </a:prstGeom>
            <a:solidFill>
              <a:srgbClr val="F6F5EF"/>
            </a:solidFill>
            <a:ln>
              <a:noFill/>
            </a:ln>
          </p:spPr>
        </p:pic>
      </p:grpSp>
      <p:grpSp>
        <p:nvGrpSpPr>
          <p:cNvPr id="469" name="Google Shape;469;p33"/>
          <p:cNvGrpSpPr/>
          <p:nvPr/>
        </p:nvGrpSpPr>
        <p:grpSpPr>
          <a:xfrm>
            <a:off x="7100500" y="1438268"/>
            <a:ext cx="407400" cy="407400"/>
            <a:chOff x="7567061" y="1462900"/>
            <a:chExt cx="407400" cy="407400"/>
          </a:xfrm>
        </p:grpSpPr>
        <p:sp>
          <p:nvSpPr>
            <p:cNvPr id="470" name="Google Shape;470;p33"/>
            <p:cNvSpPr/>
            <p:nvPr/>
          </p:nvSpPr>
          <p:spPr>
            <a:xfrm>
              <a:off x="7567061" y="1462900"/>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1" name="Google Shape;471;p33" title="factory (2).png"/>
            <p:cNvPicPr preferRelativeResize="0"/>
            <p:nvPr/>
          </p:nvPicPr>
          <p:blipFill>
            <a:blip r:embed="rId9">
              <a:alphaModFix/>
            </a:blip>
            <a:stretch>
              <a:fillRect/>
            </a:stretch>
          </p:blipFill>
          <p:spPr>
            <a:xfrm>
              <a:off x="7616000" y="1519300"/>
              <a:ext cx="309500" cy="287400"/>
            </a:xfrm>
            <a:prstGeom prst="rect">
              <a:avLst/>
            </a:prstGeom>
            <a:solidFill>
              <a:srgbClr val="F6F5EF"/>
            </a:solidFill>
            <a:ln>
              <a:noFill/>
            </a:ln>
          </p:spPr>
        </p:pic>
      </p:grpSp>
      <p:grpSp>
        <p:nvGrpSpPr>
          <p:cNvPr id="472" name="Google Shape;472;p33"/>
          <p:cNvGrpSpPr/>
          <p:nvPr/>
        </p:nvGrpSpPr>
        <p:grpSpPr>
          <a:xfrm>
            <a:off x="4863545" y="1438271"/>
            <a:ext cx="407400" cy="407400"/>
            <a:chOff x="5000286" y="1369239"/>
            <a:chExt cx="407400" cy="407400"/>
          </a:xfrm>
        </p:grpSpPr>
        <p:sp>
          <p:nvSpPr>
            <p:cNvPr id="473" name="Google Shape;473;p33"/>
            <p:cNvSpPr/>
            <p:nvPr/>
          </p:nvSpPr>
          <p:spPr>
            <a:xfrm>
              <a:off x="5000286" y="1369239"/>
              <a:ext cx="407400" cy="4074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4" name="Google Shape;474;p33" title="warehouse (3).png"/>
            <p:cNvPicPr preferRelativeResize="0"/>
            <p:nvPr/>
          </p:nvPicPr>
          <p:blipFill>
            <a:blip r:embed="rId10">
              <a:alphaModFix/>
            </a:blip>
            <a:stretch>
              <a:fillRect/>
            </a:stretch>
          </p:blipFill>
          <p:spPr>
            <a:xfrm>
              <a:off x="5049224" y="1468732"/>
              <a:ext cx="309500" cy="206770"/>
            </a:xfrm>
            <a:prstGeom prst="rect">
              <a:avLst/>
            </a:prstGeom>
            <a:solidFill>
              <a:srgbClr val="F6F5EF"/>
            </a:solidFill>
            <a:ln>
              <a:noFill/>
            </a:ln>
          </p:spPr>
        </p:pic>
      </p:grpSp>
      <p:pic>
        <p:nvPicPr>
          <p:cNvPr id="475" name="Google Shape;475;p33" title="Digitalization.png"/>
          <p:cNvPicPr preferRelativeResize="0"/>
          <p:nvPr/>
        </p:nvPicPr>
        <p:blipFill>
          <a:blip r:embed="rId11">
            <a:alphaModFix/>
          </a:blip>
          <a:stretch>
            <a:fillRect/>
          </a:stretch>
        </p:blipFill>
        <p:spPr>
          <a:xfrm>
            <a:off x="7980222" y="132870"/>
            <a:ext cx="1004449" cy="1004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id="480" name="Google Shape;480;p34" title="bhautik-patel-Q29VnV80OaU-unsplash.jpg"/>
          <p:cNvPicPr preferRelativeResize="0"/>
          <p:nvPr/>
        </p:nvPicPr>
        <p:blipFill rotWithShape="1">
          <a:blip r:embed="rId3">
            <a:alphaModFix/>
          </a:blip>
          <a:srcRect b="0" l="32585" r="32588" t="0"/>
          <a:stretch/>
        </p:blipFill>
        <p:spPr>
          <a:xfrm>
            <a:off x="158825" y="182550"/>
            <a:ext cx="2975100" cy="4805100"/>
          </a:xfrm>
          <a:prstGeom prst="roundRect">
            <a:avLst>
              <a:gd fmla="val 2976" name="adj"/>
            </a:avLst>
          </a:prstGeom>
          <a:solidFill>
            <a:srgbClr val="7DB72A"/>
          </a:solidFill>
          <a:ln>
            <a:noFill/>
          </a:ln>
        </p:spPr>
      </p:pic>
      <p:grpSp>
        <p:nvGrpSpPr>
          <p:cNvPr id="481" name="Google Shape;481;p34"/>
          <p:cNvGrpSpPr/>
          <p:nvPr/>
        </p:nvGrpSpPr>
        <p:grpSpPr>
          <a:xfrm>
            <a:off x="3226925" y="182635"/>
            <a:ext cx="2836550" cy="2992863"/>
            <a:chOff x="4447629" y="2105584"/>
            <a:chExt cx="2972700" cy="1577100"/>
          </a:xfrm>
        </p:grpSpPr>
        <p:sp>
          <p:nvSpPr>
            <p:cNvPr id="482" name="Google Shape;482;p34"/>
            <p:cNvSpPr/>
            <p:nvPr/>
          </p:nvSpPr>
          <p:spPr>
            <a:xfrm>
              <a:off x="4447629" y="2105584"/>
              <a:ext cx="2972700" cy="1577100"/>
            </a:xfrm>
            <a:prstGeom prst="roundRect">
              <a:avLst>
                <a:gd fmla="val 4776"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34"/>
            <p:cNvSpPr txBox="1"/>
            <p:nvPr/>
          </p:nvSpPr>
          <p:spPr>
            <a:xfrm>
              <a:off x="4567173" y="3134109"/>
              <a:ext cx="2405400" cy="20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300">
                  <a:solidFill>
                    <a:srgbClr val="FFFFFF"/>
                  </a:solidFill>
                  <a:latin typeface="Host Grotesk"/>
                  <a:ea typeface="Host Grotesk"/>
                  <a:cs typeface="Host Grotesk"/>
                  <a:sym typeface="Host Grotesk"/>
                </a:rPr>
                <a:t>Trusted by Microsoft</a:t>
              </a:r>
              <a:endParaRPr b="1" sz="1300">
                <a:solidFill>
                  <a:srgbClr val="FFFFFF"/>
                </a:solidFill>
                <a:latin typeface="Host Grotesk"/>
                <a:ea typeface="Host Grotesk"/>
                <a:cs typeface="Host Grotesk"/>
                <a:sym typeface="Host Grotesk"/>
              </a:endParaRPr>
            </a:p>
          </p:txBody>
        </p:sp>
      </p:grpSp>
      <p:pic>
        <p:nvPicPr>
          <p:cNvPr id="484" name="Google Shape;484;p34" title="Microsoft.png"/>
          <p:cNvPicPr preferRelativeResize="0"/>
          <p:nvPr/>
        </p:nvPicPr>
        <p:blipFill>
          <a:blip r:embed="rId4">
            <a:alphaModFix/>
          </a:blip>
          <a:stretch>
            <a:fillRect/>
          </a:stretch>
        </p:blipFill>
        <p:spPr>
          <a:xfrm>
            <a:off x="3454657" y="658900"/>
            <a:ext cx="1142750" cy="325050"/>
          </a:xfrm>
          <a:prstGeom prst="rect">
            <a:avLst/>
          </a:prstGeom>
          <a:noFill/>
          <a:ln>
            <a:noFill/>
          </a:ln>
        </p:spPr>
      </p:pic>
      <p:sp>
        <p:nvSpPr>
          <p:cNvPr id="485" name="Google Shape;485;p34"/>
          <p:cNvSpPr txBox="1"/>
          <p:nvPr/>
        </p:nvSpPr>
        <p:spPr>
          <a:xfrm>
            <a:off x="3317017" y="2529685"/>
            <a:ext cx="2472900" cy="44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cs" sz="800">
                <a:solidFill>
                  <a:srgbClr val="8E8E8E"/>
                </a:solidFill>
                <a:latin typeface="Host Grotesk"/>
                <a:ea typeface="Host Grotesk"/>
                <a:cs typeface="Host Grotesk"/>
                <a:sym typeface="Host Grotesk"/>
              </a:rPr>
              <a:t>Veritico STOCK and Veritico PRICE are listed in the Microsoft Azure Marketplace.</a:t>
            </a:r>
            <a:endParaRPr sz="800">
              <a:solidFill>
                <a:srgbClr val="8E8E8E"/>
              </a:solidFill>
              <a:latin typeface="Host Grotesk"/>
              <a:ea typeface="Host Grotesk"/>
              <a:cs typeface="Host Grotesk"/>
              <a:sym typeface="Host Grotesk"/>
            </a:endParaRPr>
          </a:p>
        </p:txBody>
      </p:sp>
      <p:grpSp>
        <p:nvGrpSpPr>
          <p:cNvPr id="486" name="Google Shape;486;p34"/>
          <p:cNvGrpSpPr/>
          <p:nvPr/>
        </p:nvGrpSpPr>
        <p:grpSpPr>
          <a:xfrm>
            <a:off x="6156400" y="182635"/>
            <a:ext cx="2836550" cy="2992863"/>
            <a:chOff x="4447629" y="2105584"/>
            <a:chExt cx="2972700" cy="1577100"/>
          </a:xfrm>
        </p:grpSpPr>
        <p:sp>
          <p:nvSpPr>
            <p:cNvPr id="487" name="Google Shape;487;p34"/>
            <p:cNvSpPr/>
            <p:nvPr/>
          </p:nvSpPr>
          <p:spPr>
            <a:xfrm>
              <a:off x="4447629" y="2105584"/>
              <a:ext cx="2972700" cy="1577100"/>
            </a:xfrm>
            <a:prstGeom prst="roundRect">
              <a:avLst>
                <a:gd fmla="val 4776"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34"/>
            <p:cNvSpPr txBox="1"/>
            <p:nvPr/>
          </p:nvSpPr>
          <p:spPr>
            <a:xfrm>
              <a:off x="4567173" y="3126398"/>
              <a:ext cx="2405400" cy="20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300">
                  <a:solidFill>
                    <a:srgbClr val="FFFFFF"/>
                  </a:solidFill>
                  <a:latin typeface="Host Grotesk"/>
                  <a:ea typeface="Host Grotesk"/>
                  <a:cs typeface="Host Grotesk"/>
                  <a:sym typeface="Host Grotesk"/>
                </a:rPr>
                <a:t>Listed by Gartner</a:t>
              </a:r>
              <a:endParaRPr b="1" sz="1300">
                <a:solidFill>
                  <a:srgbClr val="FFFFFF"/>
                </a:solidFill>
                <a:latin typeface="Host Grotesk"/>
                <a:ea typeface="Host Grotesk"/>
                <a:cs typeface="Host Grotesk"/>
                <a:sym typeface="Host Grotesk"/>
              </a:endParaRPr>
            </a:p>
          </p:txBody>
        </p:sp>
      </p:grpSp>
      <p:sp>
        <p:nvSpPr>
          <p:cNvPr id="489" name="Google Shape;489;p34"/>
          <p:cNvSpPr txBox="1"/>
          <p:nvPr/>
        </p:nvSpPr>
        <p:spPr>
          <a:xfrm>
            <a:off x="6246500" y="2529676"/>
            <a:ext cx="2613900" cy="59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cs" sz="800">
                <a:solidFill>
                  <a:srgbClr val="8E8E8E"/>
                </a:solidFill>
                <a:latin typeface="Host Grotesk"/>
                <a:ea typeface="Host Grotesk"/>
                <a:cs typeface="Host Grotesk"/>
                <a:sym typeface="Host Grotesk"/>
              </a:rPr>
              <a:t>Logio is listed as a Representative Vendor in Gartner’s Market Guide for Retail Forecasting and Replenishment Solutions s</a:t>
            </a:r>
            <a:r>
              <a:rPr lang="cs" sz="800">
                <a:solidFill>
                  <a:srgbClr val="8E8E8E"/>
                </a:solidFill>
                <a:latin typeface="Host Grotesk"/>
                <a:ea typeface="Host Grotesk"/>
                <a:cs typeface="Host Grotesk"/>
                <a:sym typeface="Host Grotesk"/>
              </a:rPr>
              <a:t>ince </a:t>
            </a:r>
            <a:r>
              <a:rPr lang="cs" sz="800">
                <a:solidFill>
                  <a:srgbClr val="8E8E8E"/>
                </a:solidFill>
                <a:latin typeface="Host Grotesk"/>
                <a:ea typeface="Host Grotesk"/>
                <a:cs typeface="Host Grotesk"/>
                <a:sym typeface="Host Grotesk"/>
              </a:rPr>
              <a:t>2020</a:t>
            </a:r>
            <a:r>
              <a:rPr lang="cs" sz="800">
                <a:solidFill>
                  <a:srgbClr val="8E8E8E"/>
                </a:solidFill>
                <a:latin typeface="Host Grotesk"/>
                <a:ea typeface="Host Grotesk"/>
                <a:cs typeface="Host Grotesk"/>
                <a:sym typeface="Host Grotesk"/>
              </a:rPr>
              <a:t>.</a:t>
            </a:r>
            <a:endParaRPr sz="800">
              <a:solidFill>
                <a:srgbClr val="8E8E8E"/>
              </a:solidFill>
              <a:latin typeface="Host Grotesk"/>
              <a:ea typeface="Host Grotesk"/>
              <a:cs typeface="Host Grotesk"/>
              <a:sym typeface="Host Grotesk"/>
            </a:endParaRPr>
          </a:p>
        </p:txBody>
      </p:sp>
      <p:sp>
        <p:nvSpPr>
          <p:cNvPr id="490" name="Google Shape;490;p34"/>
          <p:cNvSpPr/>
          <p:nvPr/>
        </p:nvSpPr>
        <p:spPr>
          <a:xfrm>
            <a:off x="3226925" y="3277800"/>
            <a:ext cx="5766000" cy="1710000"/>
          </a:xfrm>
          <a:prstGeom prst="roundRect">
            <a:avLst>
              <a:gd fmla="val 5482"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34"/>
          <p:cNvSpPr txBox="1"/>
          <p:nvPr/>
        </p:nvSpPr>
        <p:spPr>
          <a:xfrm>
            <a:off x="5337700" y="3660900"/>
            <a:ext cx="3453900" cy="1071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1600">
                <a:solidFill>
                  <a:srgbClr val="000000"/>
                </a:solidFill>
                <a:latin typeface="Host Grotesk"/>
                <a:ea typeface="Host Grotesk"/>
                <a:cs typeface="Host Grotesk"/>
                <a:sym typeface="Host Grotesk"/>
              </a:rPr>
              <a:t>We have been actively improving our software for over 20 years and have implemented it at more than 80 clients.</a:t>
            </a:r>
            <a:endParaRPr b="1" sz="1600">
              <a:solidFill>
                <a:srgbClr val="000000"/>
              </a:solidFill>
              <a:latin typeface="Host Grotesk"/>
              <a:ea typeface="Host Grotesk"/>
              <a:cs typeface="Host Grotesk"/>
              <a:sym typeface="Host Grotesk"/>
            </a:endParaRPr>
          </a:p>
        </p:txBody>
      </p:sp>
      <p:pic>
        <p:nvPicPr>
          <p:cNvPr id="492" name="Google Shape;492;p34"/>
          <p:cNvPicPr preferRelativeResize="0"/>
          <p:nvPr/>
        </p:nvPicPr>
        <p:blipFill rotWithShape="1">
          <a:blip r:embed="rId5">
            <a:alphaModFix/>
          </a:blip>
          <a:srcRect b="38715" l="0" r="0" t="35999"/>
          <a:stretch/>
        </p:blipFill>
        <p:spPr>
          <a:xfrm>
            <a:off x="6348827" y="693700"/>
            <a:ext cx="1142748" cy="288952"/>
          </a:xfrm>
          <a:prstGeom prst="rect">
            <a:avLst/>
          </a:prstGeom>
          <a:noFill/>
          <a:ln>
            <a:noFill/>
          </a:ln>
        </p:spPr>
      </p:pic>
      <p:pic>
        <p:nvPicPr>
          <p:cNvPr id="493" name="Google Shape;493;p34" title="Veritico primary black.png"/>
          <p:cNvPicPr preferRelativeResize="0"/>
          <p:nvPr/>
        </p:nvPicPr>
        <p:blipFill>
          <a:blip r:embed="rId6">
            <a:alphaModFix/>
          </a:blip>
          <a:stretch>
            <a:fillRect/>
          </a:stretch>
        </p:blipFill>
        <p:spPr>
          <a:xfrm>
            <a:off x="3501267" y="3971849"/>
            <a:ext cx="1356966" cy="449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35" title="bhautik-patel-Q29VnV80OaU-unsplash.jpg"/>
          <p:cNvPicPr preferRelativeResize="0"/>
          <p:nvPr/>
        </p:nvPicPr>
        <p:blipFill rotWithShape="1">
          <a:blip r:embed="rId3">
            <a:alphaModFix/>
          </a:blip>
          <a:srcRect b="848" l="37296" r="39156" t="29615"/>
          <a:stretch/>
        </p:blipFill>
        <p:spPr>
          <a:xfrm>
            <a:off x="158825" y="182550"/>
            <a:ext cx="3192300" cy="4805100"/>
          </a:xfrm>
          <a:prstGeom prst="roundRect">
            <a:avLst>
              <a:gd fmla="val 2976" name="adj"/>
            </a:avLst>
          </a:prstGeom>
          <a:solidFill>
            <a:srgbClr val="7DB72A"/>
          </a:solidFill>
          <a:ln>
            <a:noFill/>
          </a:ln>
        </p:spPr>
      </p:pic>
      <p:grpSp>
        <p:nvGrpSpPr>
          <p:cNvPr id="499" name="Google Shape;499;p35"/>
          <p:cNvGrpSpPr/>
          <p:nvPr/>
        </p:nvGrpSpPr>
        <p:grpSpPr>
          <a:xfrm>
            <a:off x="3456300" y="175500"/>
            <a:ext cx="2706941" cy="2382723"/>
            <a:chOff x="4447631" y="2105579"/>
            <a:chExt cx="2972700" cy="1620900"/>
          </a:xfrm>
        </p:grpSpPr>
        <p:sp>
          <p:nvSpPr>
            <p:cNvPr id="500" name="Google Shape;500;p35"/>
            <p:cNvSpPr/>
            <p:nvPr/>
          </p:nvSpPr>
          <p:spPr>
            <a:xfrm>
              <a:off x="4447631" y="2105579"/>
              <a:ext cx="2972700" cy="1620900"/>
            </a:xfrm>
            <a:prstGeom prst="roundRect">
              <a:avLst>
                <a:gd fmla="val 4776"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01" name="Google Shape;501;p35"/>
            <p:cNvSpPr txBox="1"/>
            <p:nvPr/>
          </p:nvSpPr>
          <p:spPr>
            <a:xfrm>
              <a:off x="4567173" y="3134109"/>
              <a:ext cx="2405400" cy="2619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300">
                  <a:solidFill>
                    <a:srgbClr val="FFFFFF"/>
                  </a:solidFill>
                  <a:latin typeface="Host Grotesk"/>
                  <a:ea typeface="Host Grotesk"/>
                  <a:cs typeface="Host Grotesk"/>
                  <a:sym typeface="Host Grotesk"/>
                </a:rPr>
                <a:t>Trusted by Microsoft</a:t>
              </a:r>
              <a:endParaRPr b="1" sz="1300">
                <a:solidFill>
                  <a:srgbClr val="FFFFFF"/>
                </a:solidFill>
                <a:latin typeface="Host Grotesk"/>
                <a:ea typeface="Host Grotesk"/>
                <a:cs typeface="Host Grotesk"/>
                <a:sym typeface="Host Grotesk"/>
              </a:endParaRPr>
            </a:p>
          </p:txBody>
        </p:sp>
      </p:grpSp>
      <p:sp>
        <p:nvSpPr>
          <p:cNvPr id="502" name="Google Shape;502;p35"/>
          <p:cNvSpPr txBox="1"/>
          <p:nvPr/>
        </p:nvSpPr>
        <p:spPr>
          <a:xfrm>
            <a:off x="3534300" y="1655925"/>
            <a:ext cx="23673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Demand Forecasting</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Inventory Management </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Replenishment</a:t>
            </a:r>
            <a:endParaRPr b="1" sz="1000">
              <a:solidFill>
                <a:srgbClr val="000000"/>
              </a:solidFill>
              <a:latin typeface="Host Grotesk"/>
              <a:ea typeface="Host Grotesk"/>
              <a:cs typeface="Host Grotesk"/>
              <a:sym typeface="Host Grotesk"/>
            </a:endParaRPr>
          </a:p>
        </p:txBody>
      </p:sp>
      <p:pic>
        <p:nvPicPr>
          <p:cNvPr id="503" name="Google Shape;503;p35" title="Group 47353.png"/>
          <p:cNvPicPr preferRelativeResize="0"/>
          <p:nvPr/>
        </p:nvPicPr>
        <p:blipFill>
          <a:blip r:embed="rId4">
            <a:alphaModFix/>
          </a:blip>
          <a:stretch>
            <a:fillRect/>
          </a:stretch>
        </p:blipFill>
        <p:spPr>
          <a:xfrm>
            <a:off x="3661825" y="432280"/>
            <a:ext cx="803975" cy="273875"/>
          </a:xfrm>
          <a:prstGeom prst="rect">
            <a:avLst/>
          </a:prstGeom>
          <a:noFill/>
          <a:ln>
            <a:noFill/>
          </a:ln>
        </p:spPr>
      </p:pic>
      <p:sp>
        <p:nvSpPr>
          <p:cNvPr id="504" name="Google Shape;504;p35"/>
          <p:cNvSpPr txBox="1"/>
          <p:nvPr/>
        </p:nvSpPr>
        <p:spPr>
          <a:xfrm>
            <a:off x="401550" y="3069425"/>
            <a:ext cx="2538600" cy="152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100">
                <a:solidFill>
                  <a:srgbClr val="FFFFFF"/>
                </a:solidFill>
                <a:latin typeface="Host Grotesk"/>
                <a:ea typeface="Host Grotesk"/>
                <a:cs typeface="Host Grotesk"/>
                <a:sym typeface="Host Grotesk"/>
              </a:rPr>
              <a:t>An end-to-end software platform combining advanced mathematical models and artificial intelligence.</a:t>
            </a:r>
            <a:endParaRPr b="1" sz="1100">
              <a:solidFill>
                <a:srgbClr val="FFFFFF"/>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100">
                <a:solidFill>
                  <a:srgbClr val="FFFFFF"/>
                </a:solidFill>
                <a:latin typeface="Host Grotesk"/>
                <a:ea typeface="Host Grotesk"/>
                <a:cs typeface="Host Grotesk"/>
                <a:sym typeface="Host Grotesk"/>
              </a:rPr>
              <a:t>Products can be used standalone or combined for greater added value and synergies, depending on the client’s needs.</a:t>
            </a:r>
            <a:endParaRPr b="1" sz="1100">
              <a:solidFill>
                <a:srgbClr val="FFFFFF"/>
              </a:solidFill>
              <a:latin typeface="Host Grotesk"/>
              <a:ea typeface="Host Grotesk"/>
              <a:cs typeface="Host Grotesk"/>
              <a:sym typeface="Host Grotesk"/>
            </a:endParaRPr>
          </a:p>
        </p:txBody>
      </p:sp>
      <p:sp>
        <p:nvSpPr>
          <p:cNvPr id="505" name="Google Shape;505;p35"/>
          <p:cNvSpPr/>
          <p:nvPr/>
        </p:nvSpPr>
        <p:spPr>
          <a:xfrm>
            <a:off x="4867200" y="410900"/>
            <a:ext cx="1133400" cy="273900"/>
          </a:xfrm>
          <a:prstGeom prst="roundRect">
            <a:avLst>
              <a:gd fmla="val 50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5"/>
          <p:cNvSpPr txBox="1"/>
          <p:nvPr/>
        </p:nvSpPr>
        <p:spPr>
          <a:xfrm>
            <a:off x="4907400" y="385693"/>
            <a:ext cx="10530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900">
                <a:solidFill>
                  <a:srgbClr val="000000"/>
                </a:solidFill>
                <a:latin typeface="Host Grotesk"/>
                <a:ea typeface="Host Grotesk"/>
                <a:cs typeface="Host Grotesk"/>
                <a:sym typeface="Host Grotesk"/>
              </a:rPr>
              <a:t>Show </a:t>
            </a:r>
            <a:r>
              <a:rPr b="1" lang="cs" sz="900">
                <a:solidFill>
                  <a:srgbClr val="000000"/>
                </a:solidFill>
                <a:latin typeface="Host Grotesk"/>
                <a:ea typeface="Host Grotesk"/>
                <a:cs typeface="Host Grotesk"/>
                <a:sym typeface="Host Grotesk"/>
              </a:rPr>
              <a:t>demo</a:t>
            </a:r>
            <a:endParaRPr b="1" sz="900">
              <a:solidFill>
                <a:srgbClr val="000000"/>
              </a:solidFill>
              <a:latin typeface="Host Grotesk"/>
              <a:ea typeface="Host Grotesk"/>
              <a:cs typeface="Host Grotesk"/>
              <a:sym typeface="Host Grotesk"/>
            </a:endParaRPr>
          </a:p>
        </p:txBody>
      </p:sp>
      <p:pic>
        <p:nvPicPr>
          <p:cNvPr id="507" name="Google Shape;507;p35" title="Mask Group 126.png"/>
          <p:cNvPicPr preferRelativeResize="0"/>
          <p:nvPr/>
        </p:nvPicPr>
        <p:blipFill>
          <a:blip r:embed="rId5">
            <a:alphaModFix/>
          </a:blip>
          <a:stretch>
            <a:fillRect/>
          </a:stretch>
        </p:blipFill>
        <p:spPr>
          <a:xfrm>
            <a:off x="5736103" y="465154"/>
            <a:ext cx="186750" cy="179550"/>
          </a:xfrm>
          <a:prstGeom prst="rect">
            <a:avLst/>
          </a:prstGeom>
          <a:noFill/>
          <a:ln>
            <a:noFill/>
          </a:ln>
        </p:spPr>
      </p:pic>
      <p:grpSp>
        <p:nvGrpSpPr>
          <p:cNvPr id="508" name="Google Shape;508;p35"/>
          <p:cNvGrpSpPr/>
          <p:nvPr/>
        </p:nvGrpSpPr>
        <p:grpSpPr>
          <a:xfrm>
            <a:off x="6292948" y="182568"/>
            <a:ext cx="2706941" cy="2382683"/>
            <a:chOff x="4447629" y="2105584"/>
            <a:chExt cx="2972700" cy="1577100"/>
          </a:xfrm>
        </p:grpSpPr>
        <p:sp>
          <p:nvSpPr>
            <p:cNvPr id="509" name="Google Shape;509;p35"/>
            <p:cNvSpPr/>
            <p:nvPr/>
          </p:nvSpPr>
          <p:spPr>
            <a:xfrm>
              <a:off x="4447629" y="2105584"/>
              <a:ext cx="2972700" cy="1577100"/>
            </a:xfrm>
            <a:prstGeom prst="roundRect">
              <a:avLst>
                <a:gd fmla="val 4776"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10" name="Google Shape;510;p35"/>
            <p:cNvSpPr txBox="1"/>
            <p:nvPr/>
          </p:nvSpPr>
          <p:spPr>
            <a:xfrm>
              <a:off x="4567173" y="3134109"/>
              <a:ext cx="2405400" cy="2547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300">
                  <a:solidFill>
                    <a:srgbClr val="FFFFFF"/>
                  </a:solidFill>
                  <a:latin typeface="Host Grotesk"/>
                  <a:ea typeface="Host Grotesk"/>
                  <a:cs typeface="Host Grotesk"/>
                  <a:sym typeface="Host Grotesk"/>
                </a:rPr>
                <a:t>Trusted by Microsoft</a:t>
              </a:r>
              <a:endParaRPr b="1" sz="1300">
                <a:solidFill>
                  <a:srgbClr val="FFFFFF"/>
                </a:solidFill>
                <a:latin typeface="Host Grotesk"/>
                <a:ea typeface="Host Grotesk"/>
                <a:cs typeface="Host Grotesk"/>
                <a:sym typeface="Host Grotesk"/>
              </a:endParaRPr>
            </a:p>
          </p:txBody>
        </p:sp>
      </p:grpSp>
      <p:sp>
        <p:nvSpPr>
          <p:cNvPr id="511" name="Google Shape;511;p35"/>
          <p:cNvSpPr txBox="1"/>
          <p:nvPr/>
        </p:nvSpPr>
        <p:spPr>
          <a:xfrm>
            <a:off x="6370915" y="1663050"/>
            <a:ext cx="23673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b="1" lang="cs" sz="1000">
                <a:solidFill>
                  <a:srgbClr val="000000"/>
                </a:solidFill>
                <a:latin typeface="Host Grotesk"/>
                <a:ea typeface="Host Grotesk"/>
                <a:cs typeface="Host Grotesk"/>
                <a:sym typeface="Host Grotesk"/>
              </a:rPr>
              <a:t>Promo Planning</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Clr>
                <a:srgbClr val="000000"/>
              </a:buClr>
              <a:buSzPts val="1100"/>
              <a:buFont typeface="Arial"/>
              <a:buNone/>
            </a:pPr>
            <a:r>
              <a:rPr b="1" lang="cs" sz="1000">
                <a:solidFill>
                  <a:srgbClr val="000000"/>
                </a:solidFill>
                <a:latin typeface="Host Grotesk"/>
                <a:ea typeface="Host Grotesk"/>
                <a:cs typeface="Host Grotesk"/>
                <a:sym typeface="Host Grotesk"/>
              </a:rPr>
              <a:t>Promo Management</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Promo Forecasting &amp; Optimization</a:t>
            </a:r>
            <a:endParaRPr b="1" sz="1000">
              <a:solidFill>
                <a:srgbClr val="000000"/>
              </a:solidFill>
              <a:latin typeface="Host Grotesk"/>
              <a:ea typeface="Host Grotesk"/>
              <a:cs typeface="Host Grotesk"/>
              <a:sym typeface="Host Grotesk"/>
            </a:endParaRPr>
          </a:p>
        </p:txBody>
      </p:sp>
      <p:pic>
        <p:nvPicPr>
          <p:cNvPr id="512" name="Google Shape;512;p35" title="Group 47368.png"/>
          <p:cNvPicPr preferRelativeResize="0"/>
          <p:nvPr/>
        </p:nvPicPr>
        <p:blipFill rotWithShape="1">
          <a:blip r:embed="rId6">
            <a:alphaModFix/>
          </a:blip>
          <a:srcRect b="-1096" l="0" r="0" t="-8457"/>
          <a:stretch/>
        </p:blipFill>
        <p:spPr>
          <a:xfrm>
            <a:off x="6452450" y="439400"/>
            <a:ext cx="859975" cy="345622"/>
          </a:xfrm>
          <a:prstGeom prst="rect">
            <a:avLst/>
          </a:prstGeom>
          <a:noFill/>
          <a:ln>
            <a:noFill/>
          </a:ln>
        </p:spPr>
      </p:pic>
      <p:sp>
        <p:nvSpPr>
          <p:cNvPr id="513" name="Google Shape;513;p35"/>
          <p:cNvSpPr/>
          <p:nvPr/>
        </p:nvSpPr>
        <p:spPr>
          <a:xfrm>
            <a:off x="7703815" y="418025"/>
            <a:ext cx="1133400" cy="273900"/>
          </a:xfrm>
          <a:prstGeom prst="roundRect">
            <a:avLst>
              <a:gd fmla="val 50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35"/>
          <p:cNvSpPr txBox="1"/>
          <p:nvPr/>
        </p:nvSpPr>
        <p:spPr>
          <a:xfrm>
            <a:off x="7744015" y="392818"/>
            <a:ext cx="10530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900">
                <a:solidFill>
                  <a:srgbClr val="000000"/>
                </a:solidFill>
                <a:latin typeface="Host Grotesk"/>
                <a:ea typeface="Host Grotesk"/>
                <a:cs typeface="Host Grotesk"/>
                <a:sym typeface="Host Grotesk"/>
              </a:rPr>
              <a:t>Show demo</a:t>
            </a:r>
            <a:endParaRPr b="1" sz="900">
              <a:solidFill>
                <a:srgbClr val="000000"/>
              </a:solidFill>
              <a:latin typeface="Host Grotesk"/>
              <a:ea typeface="Host Grotesk"/>
              <a:cs typeface="Host Grotesk"/>
              <a:sym typeface="Host Grotesk"/>
            </a:endParaRPr>
          </a:p>
        </p:txBody>
      </p:sp>
      <p:pic>
        <p:nvPicPr>
          <p:cNvPr id="515" name="Google Shape;515;p35" title="Mask Group 126.png"/>
          <p:cNvPicPr preferRelativeResize="0"/>
          <p:nvPr/>
        </p:nvPicPr>
        <p:blipFill>
          <a:blip r:embed="rId5">
            <a:alphaModFix/>
          </a:blip>
          <a:stretch>
            <a:fillRect/>
          </a:stretch>
        </p:blipFill>
        <p:spPr>
          <a:xfrm>
            <a:off x="8572718" y="472279"/>
            <a:ext cx="186750" cy="179550"/>
          </a:xfrm>
          <a:prstGeom prst="rect">
            <a:avLst/>
          </a:prstGeom>
          <a:noFill/>
          <a:ln>
            <a:noFill/>
          </a:ln>
        </p:spPr>
      </p:pic>
      <p:grpSp>
        <p:nvGrpSpPr>
          <p:cNvPr id="516" name="Google Shape;516;p35"/>
          <p:cNvGrpSpPr/>
          <p:nvPr/>
        </p:nvGrpSpPr>
        <p:grpSpPr>
          <a:xfrm>
            <a:off x="3456301" y="2663039"/>
            <a:ext cx="2706941" cy="2318337"/>
            <a:chOff x="4447629" y="2105584"/>
            <a:chExt cx="2972700" cy="1577100"/>
          </a:xfrm>
        </p:grpSpPr>
        <p:sp>
          <p:nvSpPr>
            <p:cNvPr id="517" name="Google Shape;517;p35"/>
            <p:cNvSpPr/>
            <p:nvPr/>
          </p:nvSpPr>
          <p:spPr>
            <a:xfrm>
              <a:off x="4447629" y="2105584"/>
              <a:ext cx="2972700" cy="1577100"/>
            </a:xfrm>
            <a:prstGeom prst="roundRect">
              <a:avLst>
                <a:gd fmla="val 4776"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18" name="Google Shape;518;p35"/>
            <p:cNvSpPr txBox="1"/>
            <p:nvPr/>
          </p:nvSpPr>
          <p:spPr>
            <a:xfrm>
              <a:off x="4567173" y="3134109"/>
              <a:ext cx="2405400" cy="2619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300">
                  <a:solidFill>
                    <a:srgbClr val="FFFFFF"/>
                  </a:solidFill>
                  <a:latin typeface="Host Grotesk"/>
                  <a:ea typeface="Host Grotesk"/>
                  <a:cs typeface="Host Grotesk"/>
                  <a:sym typeface="Host Grotesk"/>
                </a:rPr>
                <a:t>Trusted by Microsoft</a:t>
              </a:r>
              <a:endParaRPr b="1" sz="1300">
                <a:solidFill>
                  <a:srgbClr val="FFFFFF"/>
                </a:solidFill>
                <a:latin typeface="Host Grotesk"/>
                <a:ea typeface="Host Grotesk"/>
                <a:cs typeface="Host Grotesk"/>
                <a:sym typeface="Host Grotesk"/>
              </a:endParaRPr>
            </a:p>
          </p:txBody>
        </p:sp>
      </p:grpSp>
      <p:sp>
        <p:nvSpPr>
          <p:cNvPr id="519" name="Google Shape;519;p35"/>
          <p:cNvSpPr txBox="1"/>
          <p:nvPr/>
        </p:nvSpPr>
        <p:spPr>
          <a:xfrm>
            <a:off x="3534303" y="4143457"/>
            <a:ext cx="23673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b="1" lang="cs" sz="1000">
                <a:solidFill>
                  <a:srgbClr val="000000"/>
                </a:solidFill>
                <a:latin typeface="Host Grotesk"/>
                <a:ea typeface="Host Grotesk"/>
                <a:cs typeface="Host Grotesk"/>
                <a:sym typeface="Host Grotesk"/>
              </a:rPr>
              <a:t>Price Management</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Clr>
                <a:srgbClr val="000000"/>
              </a:buClr>
              <a:buSzPts val="1100"/>
              <a:buFont typeface="Arial"/>
              <a:buNone/>
            </a:pPr>
            <a:r>
              <a:rPr b="1" lang="cs" sz="1000">
                <a:solidFill>
                  <a:srgbClr val="000000"/>
                </a:solidFill>
                <a:latin typeface="Host Grotesk"/>
                <a:ea typeface="Host Grotesk"/>
                <a:cs typeface="Host Grotesk"/>
                <a:sym typeface="Host Grotesk"/>
              </a:rPr>
              <a:t>Price Optimization</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Markdown Management </a:t>
            </a:r>
            <a:endParaRPr b="1" sz="1000">
              <a:solidFill>
                <a:srgbClr val="000000"/>
              </a:solidFill>
              <a:latin typeface="Host Grotesk"/>
              <a:ea typeface="Host Grotesk"/>
              <a:cs typeface="Host Grotesk"/>
              <a:sym typeface="Host Grotesk"/>
            </a:endParaRPr>
          </a:p>
        </p:txBody>
      </p:sp>
      <p:pic>
        <p:nvPicPr>
          <p:cNvPr id="520" name="Google Shape;520;p35" title="Group 47355.png"/>
          <p:cNvPicPr preferRelativeResize="0"/>
          <p:nvPr/>
        </p:nvPicPr>
        <p:blipFill rotWithShape="1">
          <a:blip r:embed="rId7">
            <a:alphaModFix/>
          </a:blip>
          <a:srcRect b="-7751" l="0" r="0" t="-5397"/>
          <a:stretch/>
        </p:blipFill>
        <p:spPr>
          <a:xfrm>
            <a:off x="3661825" y="2919798"/>
            <a:ext cx="803975" cy="323100"/>
          </a:xfrm>
          <a:prstGeom prst="rect">
            <a:avLst/>
          </a:prstGeom>
          <a:noFill/>
          <a:ln>
            <a:noFill/>
          </a:ln>
        </p:spPr>
      </p:pic>
      <p:sp>
        <p:nvSpPr>
          <p:cNvPr id="521" name="Google Shape;521;p35"/>
          <p:cNvSpPr/>
          <p:nvPr/>
        </p:nvSpPr>
        <p:spPr>
          <a:xfrm>
            <a:off x="4867203" y="2898432"/>
            <a:ext cx="1133400" cy="273900"/>
          </a:xfrm>
          <a:prstGeom prst="roundRect">
            <a:avLst>
              <a:gd fmla="val 50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35"/>
          <p:cNvSpPr txBox="1"/>
          <p:nvPr/>
        </p:nvSpPr>
        <p:spPr>
          <a:xfrm>
            <a:off x="4907403" y="2873225"/>
            <a:ext cx="10530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900">
                <a:solidFill>
                  <a:srgbClr val="000000"/>
                </a:solidFill>
                <a:latin typeface="Host Grotesk"/>
                <a:ea typeface="Host Grotesk"/>
                <a:cs typeface="Host Grotesk"/>
                <a:sym typeface="Host Grotesk"/>
              </a:rPr>
              <a:t>Show demo</a:t>
            </a:r>
            <a:endParaRPr b="1" sz="900">
              <a:solidFill>
                <a:srgbClr val="000000"/>
              </a:solidFill>
              <a:latin typeface="Host Grotesk"/>
              <a:ea typeface="Host Grotesk"/>
              <a:cs typeface="Host Grotesk"/>
              <a:sym typeface="Host Grotesk"/>
            </a:endParaRPr>
          </a:p>
        </p:txBody>
      </p:sp>
      <p:pic>
        <p:nvPicPr>
          <p:cNvPr id="523" name="Google Shape;523;p35" title="Mask Group 126.png"/>
          <p:cNvPicPr preferRelativeResize="0"/>
          <p:nvPr/>
        </p:nvPicPr>
        <p:blipFill>
          <a:blip r:embed="rId5">
            <a:alphaModFix/>
          </a:blip>
          <a:stretch>
            <a:fillRect/>
          </a:stretch>
        </p:blipFill>
        <p:spPr>
          <a:xfrm>
            <a:off x="5736106" y="2952686"/>
            <a:ext cx="186750" cy="179550"/>
          </a:xfrm>
          <a:prstGeom prst="rect">
            <a:avLst/>
          </a:prstGeom>
          <a:noFill/>
          <a:ln>
            <a:noFill/>
          </a:ln>
        </p:spPr>
      </p:pic>
      <p:grpSp>
        <p:nvGrpSpPr>
          <p:cNvPr id="524" name="Google Shape;524;p35"/>
          <p:cNvGrpSpPr/>
          <p:nvPr/>
        </p:nvGrpSpPr>
        <p:grpSpPr>
          <a:xfrm>
            <a:off x="6292914" y="2663039"/>
            <a:ext cx="2706941" cy="2318337"/>
            <a:chOff x="4447629" y="2105584"/>
            <a:chExt cx="2972700" cy="1577100"/>
          </a:xfrm>
        </p:grpSpPr>
        <p:sp>
          <p:nvSpPr>
            <p:cNvPr id="525" name="Google Shape;525;p35"/>
            <p:cNvSpPr/>
            <p:nvPr/>
          </p:nvSpPr>
          <p:spPr>
            <a:xfrm>
              <a:off x="4447629" y="2105584"/>
              <a:ext cx="2972700" cy="1577100"/>
            </a:xfrm>
            <a:prstGeom prst="roundRect">
              <a:avLst>
                <a:gd fmla="val 4776"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26" name="Google Shape;526;p35"/>
            <p:cNvSpPr txBox="1"/>
            <p:nvPr/>
          </p:nvSpPr>
          <p:spPr>
            <a:xfrm>
              <a:off x="4567173" y="3134109"/>
              <a:ext cx="2405400" cy="2619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300">
                  <a:solidFill>
                    <a:srgbClr val="FFFFFF"/>
                  </a:solidFill>
                  <a:latin typeface="Host Grotesk"/>
                  <a:ea typeface="Host Grotesk"/>
                  <a:cs typeface="Host Grotesk"/>
                  <a:sym typeface="Host Grotesk"/>
                </a:rPr>
                <a:t>Trusted by Microsoft</a:t>
              </a:r>
              <a:endParaRPr b="1" sz="1300">
                <a:solidFill>
                  <a:srgbClr val="FFFFFF"/>
                </a:solidFill>
                <a:latin typeface="Host Grotesk"/>
                <a:ea typeface="Host Grotesk"/>
                <a:cs typeface="Host Grotesk"/>
                <a:sym typeface="Host Grotesk"/>
              </a:endParaRPr>
            </a:p>
          </p:txBody>
        </p:sp>
      </p:grpSp>
      <p:sp>
        <p:nvSpPr>
          <p:cNvPr id="527" name="Google Shape;527;p35"/>
          <p:cNvSpPr txBox="1"/>
          <p:nvPr/>
        </p:nvSpPr>
        <p:spPr>
          <a:xfrm>
            <a:off x="6370915" y="4143457"/>
            <a:ext cx="23673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Assortment Planning</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Clr>
                <a:srgbClr val="000000"/>
              </a:buClr>
              <a:buSzPts val="1100"/>
              <a:buFont typeface="Arial"/>
              <a:buNone/>
            </a:pPr>
            <a:r>
              <a:rPr b="1" lang="cs" sz="1000">
                <a:solidFill>
                  <a:srgbClr val="000000"/>
                </a:solidFill>
                <a:latin typeface="Host Grotesk"/>
                <a:ea typeface="Host Grotesk"/>
                <a:cs typeface="Host Grotesk"/>
                <a:sym typeface="Host Grotesk"/>
              </a:rPr>
              <a:t>Shelf Optimization</a:t>
            </a:r>
            <a:endParaRPr b="1" sz="1000">
              <a:solidFill>
                <a:srgbClr val="000000"/>
              </a:solidFill>
              <a:latin typeface="Host Grotesk"/>
              <a:ea typeface="Host Grotesk"/>
              <a:cs typeface="Host Grotesk"/>
              <a:sym typeface="Host Grotesk"/>
            </a:endParaRPr>
          </a:p>
          <a:p>
            <a:pPr indent="0" lvl="0" marL="0" rtl="0" algn="l">
              <a:lnSpc>
                <a:spcPct val="115000"/>
              </a:lnSpc>
              <a:spcBef>
                <a:spcPts val="0"/>
              </a:spcBef>
              <a:spcAft>
                <a:spcPts val="0"/>
              </a:spcAft>
              <a:buNone/>
            </a:pPr>
            <a:r>
              <a:rPr b="1" lang="cs" sz="1000">
                <a:solidFill>
                  <a:srgbClr val="000000"/>
                </a:solidFill>
                <a:latin typeface="Host Grotesk"/>
                <a:ea typeface="Host Grotesk"/>
                <a:cs typeface="Host Grotesk"/>
                <a:sym typeface="Host Grotesk"/>
              </a:rPr>
              <a:t>Store Clustering</a:t>
            </a:r>
            <a:endParaRPr b="1" sz="1000">
              <a:solidFill>
                <a:srgbClr val="000000"/>
              </a:solidFill>
              <a:latin typeface="Host Grotesk"/>
              <a:ea typeface="Host Grotesk"/>
              <a:cs typeface="Host Grotesk"/>
              <a:sym typeface="Host Grotesk"/>
            </a:endParaRPr>
          </a:p>
        </p:txBody>
      </p:sp>
      <p:sp>
        <p:nvSpPr>
          <p:cNvPr id="528" name="Google Shape;528;p35"/>
          <p:cNvSpPr/>
          <p:nvPr/>
        </p:nvSpPr>
        <p:spPr>
          <a:xfrm>
            <a:off x="7703815" y="2898432"/>
            <a:ext cx="1133400" cy="273900"/>
          </a:xfrm>
          <a:prstGeom prst="roundRect">
            <a:avLst>
              <a:gd fmla="val 50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35"/>
          <p:cNvSpPr txBox="1"/>
          <p:nvPr/>
        </p:nvSpPr>
        <p:spPr>
          <a:xfrm>
            <a:off x="7744015" y="2873225"/>
            <a:ext cx="10530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900">
                <a:solidFill>
                  <a:srgbClr val="000000"/>
                </a:solidFill>
                <a:latin typeface="Host Grotesk"/>
                <a:ea typeface="Host Grotesk"/>
                <a:cs typeface="Host Grotesk"/>
                <a:sym typeface="Host Grotesk"/>
              </a:rPr>
              <a:t>Show demo</a:t>
            </a:r>
            <a:endParaRPr b="1" sz="900">
              <a:solidFill>
                <a:srgbClr val="000000"/>
              </a:solidFill>
              <a:latin typeface="Host Grotesk"/>
              <a:ea typeface="Host Grotesk"/>
              <a:cs typeface="Host Grotesk"/>
              <a:sym typeface="Host Grotesk"/>
            </a:endParaRPr>
          </a:p>
        </p:txBody>
      </p:sp>
      <p:pic>
        <p:nvPicPr>
          <p:cNvPr id="530" name="Google Shape;530;p35" title="Mask Group 126.png"/>
          <p:cNvPicPr preferRelativeResize="0"/>
          <p:nvPr/>
        </p:nvPicPr>
        <p:blipFill>
          <a:blip r:embed="rId5">
            <a:alphaModFix/>
          </a:blip>
          <a:stretch>
            <a:fillRect/>
          </a:stretch>
        </p:blipFill>
        <p:spPr>
          <a:xfrm>
            <a:off x="8572718" y="2952686"/>
            <a:ext cx="186750" cy="179550"/>
          </a:xfrm>
          <a:prstGeom prst="rect">
            <a:avLst/>
          </a:prstGeom>
          <a:noFill/>
          <a:ln>
            <a:noFill/>
          </a:ln>
        </p:spPr>
      </p:pic>
      <p:pic>
        <p:nvPicPr>
          <p:cNvPr id="531" name="Google Shape;531;p35" title="Group 47405.png"/>
          <p:cNvPicPr preferRelativeResize="0"/>
          <p:nvPr/>
        </p:nvPicPr>
        <p:blipFill>
          <a:blip r:embed="rId8">
            <a:alphaModFix/>
          </a:blip>
          <a:stretch>
            <a:fillRect/>
          </a:stretch>
        </p:blipFill>
        <p:spPr>
          <a:xfrm>
            <a:off x="6452450" y="2873225"/>
            <a:ext cx="898250" cy="345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6"/>
          <p:cNvSpPr/>
          <p:nvPr/>
        </p:nvSpPr>
        <p:spPr>
          <a:xfrm>
            <a:off x="158825" y="127898"/>
            <a:ext cx="8834100" cy="9051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36"/>
          <p:cNvSpPr txBox="1"/>
          <p:nvPr/>
        </p:nvSpPr>
        <p:spPr>
          <a:xfrm>
            <a:off x="317901" y="235748"/>
            <a:ext cx="2789700" cy="69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3700">
                <a:solidFill>
                  <a:srgbClr val="000000"/>
                </a:solidFill>
                <a:latin typeface="Host Grotesk"/>
                <a:ea typeface="Host Grotesk"/>
                <a:cs typeface="Host Grotesk"/>
                <a:sym typeface="Host Grotesk"/>
              </a:rPr>
              <a:t>Why Logio</a:t>
            </a:r>
            <a:endParaRPr b="1" sz="3700">
              <a:solidFill>
                <a:srgbClr val="000000"/>
              </a:solidFill>
              <a:latin typeface="Host Grotesk"/>
              <a:ea typeface="Host Grotesk"/>
              <a:cs typeface="Host Grotesk"/>
              <a:sym typeface="Host Grotesk"/>
            </a:endParaRPr>
          </a:p>
        </p:txBody>
      </p:sp>
      <p:grpSp>
        <p:nvGrpSpPr>
          <p:cNvPr id="538" name="Google Shape;538;p36"/>
          <p:cNvGrpSpPr/>
          <p:nvPr/>
        </p:nvGrpSpPr>
        <p:grpSpPr>
          <a:xfrm>
            <a:off x="158825" y="1117814"/>
            <a:ext cx="2886105" cy="1235050"/>
            <a:chOff x="158825" y="1211397"/>
            <a:chExt cx="2858096" cy="1250937"/>
          </a:xfrm>
        </p:grpSpPr>
        <p:grpSp>
          <p:nvGrpSpPr>
            <p:cNvPr id="539" name="Google Shape;539;p36"/>
            <p:cNvGrpSpPr/>
            <p:nvPr/>
          </p:nvGrpSpPr>
          <p:grpSpPr>
            <a:xfrm>
              <a:off x="158825" y="1211397"/>
              <a:ext cx="2858096" cy="1232368"/>
              <a:chOff x="158825" y="1219725"/>
              <a:chExt cx="2134500" cy="987000"/>
            </a:xfrm>
          </p:grpSpPr>
          <p:sp>
            <p:nvSpPr>
              <p:cNvPr id="540" name="Google Shape;540;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36"/>
              <p:cNvSpPr txBox="1"/>
              <p:nvPr/>
            </p:nvSpPr>
            <p:spPr>
              <a:xfrm>
                <a:off x="203809" y="1649733"/>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Delivery</a:t>
                </a:r>
                <a:endParaRPr b="1" sz="1315">
                  <a:solidFill>
                    <a:srgbClr val="000000"/>
                  </a:solidFill>
                  <a:latin typeface="Host Grotesk"/>
                  <a:ea typeface="Host Grotesk"/>
                  <a:cs typeface="Host Grotesk"/>
                  <a:sym typeface="Host Grotesk"/>
                </a:endParaRPr>
              </a:p>
            </p:txBody>
          </p:sp>
        </p:grpSp>
        <p:sp>
          <p:nvSpPr>
            <p:cNvPr id="542" name="Google Shape;542;p36"/>
            <p:cNvSpPr txBox="1"/>
            <p:nvPr/>
          </p:nvSpPr>
          <p:spPr>
            <a:xfrm>
              <a:off x="229703" y="1999134"/>
              <a:ext cx="27315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deliver complex solutions with measurable business impact.</a:t>
              </a:r>
              <a:endParaRPr sz="815">
                <a:solidFill>
                  <a:srgbClr val="000000"/>
                </a:solidFill>
                <a:latin typeface="Host Grotesk"/>
                <a:ea typeface="Host Grotesk"/>
                <a:cs typeface="Host Grotesk"/>
                <a:sym typeface="Host Grotesk"/>
              </a:endParaRPr>
            </a:p>
          </p:txBody>
        </p:sp>
        <p:sp>
          <p:nvSpPr>
            <p:cNvPr id="543" name="Google Shape;543;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44" name="Google Shape;544;p36"/>
          <p:cNvGrpSpPr/>
          <p:nvPr/>
        </p:nvGrpSpPr>
        <p:grpSpPr>
          <a:xfrm>
            <a:off x="3132825" y="1117814"/>
            <a:ext cx="2886105" cy="1242857"/>
            <a:chOff x="158825" y="1211397"/>
            <a:chExt cx="2858096" cy="1258845"/>
          </a:xfrm>
        </p:grpSpPr>
        <p:grpSp>
          <p:nvGrpSpPr>
            <p:cNvPr id="545" name="Google Shape;545;p36"/>
            <p:cNvGrpSpPr/>
            <p:nvPr/>
          </p:nvGrpSpPr>
          <p:grpSpPr>
            <a:xfrm>
              <a:off x="158825" y="1211397"/>
              <a:ext cx="2858096" cy="1232368"/>
              <a:chOff x="158825" y="1219725"/>
              <a:chExt cx="2134500" cy="987000"/>
            </a:xfrm>
          </p:grpSpPr>
          <p:sp>
            <p:nvSpPr>
              <p:cNvPr id="546" name="Google Shape;546;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36"/>
              <p:cNvSpPr txBox="1"/>
              <p:nvPr/>
            </p:nvSpPr>
            <p:spPr>
              <a:xfrm>
                <a:off x="203809" y="1649733"/>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Data-driven</a:t>
                </a:r>
                <a:endParaRPr b="1" sz="1315">
                  <a:solidFill>
                    <a:srgbClr val="000000"/>
                  </a:solidFill>
                  <a:latin typeface="Host Grotesk"/>
                  <a:ea typeface="Host Grotesk"/>
                  <a:cs typeface="Host Grotesk"/>
                  <a:sym typeface="Host Grotesk"/>
                </a:endParaRPr>
              </a:p>
            </p:txBody>
          </p:sp>
        </p:grpSp>
        <p:sp>
          <p:nvSpPr>
            <p:cNvPr id="548" name="Google Shape;548;p36"/>
            <p:cNvSpPr txBox="1"/>
            <p:nvPr/>
          </p:nvSpPr>
          <p:spPr>
            <a:xfrm>
              <a:off x="229703" y="2007042"/>
              <a:ext cx="27315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Our projects and recommendations are based on data, not assumptions.</a:t>
              </a:r>
              <a:endParaRPr sz="815">
                <a:solidFill>
                  <a:srgbClr val="000000"/>
                </a:solidFill>
                <a:latin typeface="Host Grotesk"/>
                <a:ea typeface="Host Grotesk"/>
                <a:cs typeface="Host Grotesk"/>
                <a:sym typeface="Host Grotesk"/>
              </a:endParaRPr>
            </a:p>
          </p:txBody>
        </p:sp>
        <p:sp>
          <p:nvSpPr>
            <p:cNvPr id="549" name="Google Shape;549;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50" name="Google Shape;550;p36"/>
          <p:cNvGrpSpPr/>
          <p:nvPr/>
        </p:nvGrpSpPr>
        <p:grpSpPr>
          <a:xfrm>
            <a:off x="6106825" y="1117814"/>
            <a:ext cx="2886105" cy="1219435"/>
            <a:chOff x="158825" y="1211397"/>
            <a:chExt cx="2858096" cy="1235121"/>
          </a:xfrm>
        </p:grpSpPr>
        <p:grpSp>
          <p:nvGrpSpPr>
            <p:cNvPr id="551" name="Google Shape;551;p36"/>
            <p:cNvGrpSpPr/>
            <p:nvPr/>
          </p:nvGrpSpPr>
          <p:grpSpPr>
            <a:xfrm>
              <a:off x="158825" y="1211397"/>
              <a:ext cx="2858096" cy="1232368"/>
              <a:chOff x="158825" y="1219725"/>
              <a:chExt cx="2134500" cy="987000"/>
            </a:xfrm>
          </p:grpSpPr>
          <p:sp>
            <p:nvSpPr>
              <p:cNvPr id="552" name="Google Shape;552;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36"/>
              <p:cNvSpPr txBox="1"/>
              <p:nvPr/>
            </p:nvSpPr>
            <p:spPr>
              <a:xfrm>
                <a:off x="203809" y="1643399"/>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Software experts</a:t>
                </a:r>
                <a:endParaRPr b="1" sz="1315">
                  <a:solidFill>
                    <a:srgbClr val="000000"/>
                  </a:solidFill>
                  <a:latin typeface="Host Grotesk"/>
                  <a:ea typeface="Host Grotesk"/>
                  <a:cs typeface="Host Grotesk"/>
                  <a:sym typeface="Host Grotesk"/>
                </a:endParaRPr>
              </a:p>
            </p:txBody>
          </p:sp>
        </p:grpSp>
        <p:sp>
          <p:nvSpPr>
            <p:cNvPr id="554" name="Google Shape;554;p36"/>
            <p:cNvSpPr txBox="1"/>
            <p:nvPr/>
          </p:nvSpPr>
          <p:spPr>
            <a:xfrm>
              <a:off x="229703" y="1983319"/>
              <a:ext cx="27315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are among the leading providers of inventory management solutions.</a:t>
              </a:r>
              <a:endParaRPr sz="815">
                <a:solidFill>
                  <a:srgbClr val="000000"/>
                </a:solidFill>
                <a:latin typeface="Host Grotesk"/>
                <a:ea typeface="Host Grotesk"/>
                <a:cs typeface="Host Grotesk"/>
                <a:sym typeface="Host Grotesk"/>
              </a:endParaRPr>
            </a:p>
          </p:txBody>
        </p:sp>
        <p:sp>
          <p:nvSpPr>
            <p:cNvPr id="555" name="Google Shape;555;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56" name="Google Shape;556;p36"/>
          <p:cNvGrpSpPr/>
          <p:nvPr/>
        </p:nvGrpSpPr>
        <p:grpSpPr>
          <a:xfrm>
            <a:off x="154950" y="2427067"/>
            <a:ext cx="2977981" cy="1216717"/>
            <a:chOff x="158825" y="1211397"/>
            <a:chExt cx="2949080" cy="1232368"/>
          </a:xfrm>
        </p:grpSpPr>
        <p:grpSp>
          <p:nvGrpSpPr>
            <p:cNvPr id="557" name="Google Shape;557;p36"/>
            <p:cNvGrpSpPr/>
            <p:nvPr/>
          </p:nvGrpSpPr>
          <p:grpSpPr>
            <a:xfrm>
              <a:off x="158825" y="1211397"/>
              <a:ext cx="2858096" cy="1232368"/>
              <a:chOff x="158825" y="1219725"/>
              <a:chExt cx="2134500" cy="987000"/>
            </a:xfrm>
          </p:grpSpPr>
          <p:sp>
            <p:nvSpPr>
              <p:cNvPr id="558" name="Google Shape;558;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36"/>
              <p:cNvSpPr txBox="1"/>
              <p:nvPr/>
            </p:nvSpPr>
            <p:spPr>
              <a:xfrm>
                <a:off x="203809" y="1611733"/>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Full-Service</a:t>
                </a:r>
                <a:endParaRPr b="1" sz="1315">
                  <a:solidFill>
                    <a:srgbClr val="000000"/>
                  </a:solidFill>
                  <a:latin typeface="Host Grotesk"/>
                  <a:ea typeface="Host Grotesk"/>
                  <a:cs typeface="Host Grotesk"/>
                  <a:sym typeface="Host Grotesk"/>
                </a:endParaRPr>
              </a:p>
            </p:txBody>
          </p:sp>
        </p:grpSp>
        <p:sp>
          <p:nvSpPr>
            <p:cNvPr id="560" name="Google Shape;560;p36"/>
            <p:cNvSpPr txBox="1"/>
            <p:nvPr/>
          </p:nvSpPr>
          <p:spPr>
            <a:xfrm>
              <a:off x="229705" y="1975399"/>
              <a:ext cx="28782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support you from initial design to implementation and adoption.</a:t>
              </a:r>
              <a:endParaRPr sz="815">
                <a:solidFill>
                  <a:srgbClr val="000000"/>
                </a:solidFill>
                <a:latin typeface="Host Grotesk"/>
                <a:ea typeface="Host Grotesk"/>
                <a:cs typeface="Host Grotesk"/>
                <a:sym typeface="Host Grotesk"/>
              </a:endParaRPr>
            </a:p>
          </p:txBody>
        </p:sp>
        <p:sp>
          <p:nvSpPr>
            <p:cNvPr id="561" name="Google Shape;561;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62" name="Google Shape;562;p36"/>
          <p:cNvGrpSpPr/>
          <p:nvPr/>
        </p:nvGrpSpPr>
        <p:grpSpPr>
          <a:xfrm>
            <a:off x="3128950" y="2427067"/>
            <a:ext cx="2957684" cy="1219423"/>
            <a:chOff x="158825" y="1211397"/>
            <a:chExt cx="2928980" cy="1235109"/>
          </a:xfrm>
        </p:grpSpPr>
        <p:grpSp>
          <p:nvGrpSpPr>
            <p:cNvPr id="563" name="Google Shape;563;p36"/>
            <p:cNvGrpSpPr/>
            <p:nvPr/>
          </p:nvGrpSpPr>
          <p:grpSpPr>
            <a:xfrm>
              <a:off x="158825" y="1211397"/>
              <a:ext cx="2858096" cy="1232368"/>
              <a:chOff x="158825" y="1219725"/>
              <a:chExt cx="2134500" cy="987000"/>
            </a:xfrm>
          </p:grpSpPr>
          <p:sp>
            <p:nvSpPr>
              <p:cNvPr id="564" name="Google Shape;564;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36"/>
              <p:cNvSpPr txBox="1"/>
              <p:nvPr/>
            </p:nvSpPr>
            <p:spPr>
              <a:xfrm>
                <a:off x="203809" y="1618066"/>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Independence</a:t>
                </a:r>
                <a:endParaRPr b="1" sz="1315">
                  <a:solidFill>
                    <a:srgbClr val="000000"/>
                  </a:solidFill>
                  <a:latin typeface="Host Grotesk"/>
                  <a:ea typeface="Host Grotesk"/>
                  <a:cs typeface="Host Grotesk"/>
                  <a:sym typeface="Host Grotesk"/>
                </a:endParaRPr>
              </a:p>
            </p:txBody>
          </p:sp>
        </p:grpSp>
        <p:sp>
          <p:nvSpPr>
            <p:cNvPr id="566" name="Google Shape;566;p36"/>
            <p:cNvSpPr txBox="1"/>
            <p:nvPr/>
          </p:nvSpPr>
          <p:spPr>
            <a:xfrm>
              <a:off x="229705" y="1983307"/>
              <a:ext cx="28581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are vendor-independent and always act in the best interest of our clients.</a:t>
              </a:r>
              <a:endParaRPr sz="815">
                <a:solidFill>
                  <a:srgbClr val="000000"/>
                </a:solidFill>
                <a:latin typeface="Host Grotesk"/>
                <a:ea typeface="Host Grotesk"/>
                <a:cs typeface="Host Grotesk"/>
                <a:sym typeface="Host Grotesk"/>
              </a:endParaRPr>
            </a:p>
          </p:txBody>
        </p:sp>
        <p:sp>
          <p:nvSpPr>
            <p:cNvPr id="567" name="Google Shape;567;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68" name="Google Shape;568;p36"/>
          <p:cNvGrpSpPr/>
          <p:nvPr/>
        </p:nvGrpSpPr>
        <p:grpSpPr>
          <a:xfrm>
            <a:off x="6102950" y="2427067"/>
            <a:ext cx="2886105" cy="1219435"/>
            <a:chOff x="158825" y="1211397"/>
            <a:chExt cx="2858096" cy="1235121"/>
          </a:xfrm>
        </p:grpSpPr>
        <p:grpSp>
          <p:nvGrpSpPr>
            <p:cNvPr id="569" name="Google Shape;569;p36"/>
            <p:cNvGrpSpPr/>
            <p:nvPr/>
          </p:nvGrpSpPr>
          <p:grpSpPr>
            <a:xfrm>
              <a:off x="158825" y="1211397"/>
              <a:ext cx="2858096" cy="1232368"/>
              <a:chOff x="158825" y="1219725"/>
              <a:chExt cx="2134500" cy="987000"/>
            </a:xfrm>
          </p:grpSpPr>
          <p:sp>
            <p:nvSpPr>
              <p:cNvPr id="570" name="Google Shape;570;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36"/>
              <p:cNvSpPr txBox="1"/>
              <p:nvPr/>
            </p:nvSpPr>
            <p:spPr>
              <a:xfrm>
                <a:off x="203809" y="1624399"/>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Know-how</a:t>
                </a:r>
                <a:endParaRPr b="1" sz="1315">
                  <a:solidFill>
                    <a:srgbClr val="000000"/>
                  </a:solidFill>
                  <a:latin typeface="Host Grotesk"/>
                  <a:ea typeface="Host Grotesk"/>
                  <a:cs typeface="Host Grotesk"/>
                  <a:sym typeface="Host Grotesk"/>
                </a:endParaRPr>
              </a:p>
            </p:txBody>
          </p:sp>
        </p:grpSp>
        <p:sp>
          <p:nvSpPr>
            <p:cNvPr id="572" name="Google Shape;572;p36"/>
            <p:cNvSpPr txBox="1"/>
            <p:nvPr/>
          </p:nvSpPr>
          <p:spPr>
            <a:xfrm>
              <a:off x="229703" y="1983319"/>
              <a:ext cx="27315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combine state-of-the-art mathematics with deep industry expertise.</a:t>
              </a:r>
              <a:endParaRPr sz="815">
                <a:solidFill>
                  <a:srgbClr val="000000"/>
                </a:solidFill>
                <a:latin typeface="Host Grotesk"/>
                <a:ea typeface="Host Grotesk"/>
                <a:cs typeface="Host Grotesk"/>
                <a:sym typeface="Host Grotesk"/>
              </a:endParaRPr>
            </a:p>
          </p:txBody>
        </p:sp>
        <p:sp>
          <p:nvSpPr>
            <p:cNvPr id="573" name="Google Shape;573;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74" name="Google Shape;574;p36"/>
          <p:cNvGrpSpPr/>
          <p:nvPr/>
        </p:nvGrpSpPr>
        <p:grpSpPr>
          <a:xfrm>
            <a:off x="158825" y="3728548"/>
            <a:ext cx="2886191" cy="1291052"/>
            <a:chOff x="158824" y="1211387"/>
            <a:chExt cx="2858180" cy="1307659"/>
          </a:xfrm>
        </p:grpSpPr>
        <p:grpSp>
          <p:nvGrpSpPr>
            <p:cNvPr id="575" name="Google Shape;575;p36"/>
            <p:cNvGrpSpPr/>
            <p:nvPr/>
          </p:nvGrpSpPr>
          <p:grpSpPr>
            <a:xfrm>
              <a:off x="158824" y="1211387"/>
              <a:ext cx="2858096" cy="1307659"/>
              <a:chOff x="158825" y="1219716"/>
              <a:chExt cx="2134500" cy="1047300"/>
            </a:xfrm>
          </p:grpSpPr>
          <p:sp>
            <p:nvSpPr>
              <p:cNvPr id="576" name="Google Shape;576;p36"/>
              <p:cNvSpPr/>
              <p:nvPr/>
            </p:nvSpPr>
            <p:spPr>
              <a:xfrm>
                <a:off x="158825" y="1219716"/>
                <a:ext cx="2134500" cy="10473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36"/>
              <p:cNvSpPr txBox="1"/>
              <p:nvPr/>
            </p:nvSpPr>
            <p:spPr>
              <a:xfrm>
                <a:off x="203809" y="1643399"/>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References</a:t>
                </a:r>
                <a:endParaRPr b="1" sz="1315">
                  <a:solidFill>
                    <a:srgbClr val="000000"/>
                  </a:solidFill>
                  <a:latin typeface="Host Grotesk"/>
                  <a:ea typeface="Host Grotesk"/>
                  <a:cs typeface="Host Grotesk"/>
                  <a:sym typeface="Host Grotesk"/>
                </a:endParaRPr>
              </a:p>
            </p:txBody>
          </p:sp>
        </p:grpSp>
        <p:sp>
          <p:nvSpPr>
            <p:cNvPr id="578" name="Google Shape;578;p36"/>
            <p:cNvSpPr txBox="1"/>
            <p:nvPr/>
          </p:nvSpPr>
          <p:spPr>
            <a:xfrm>
              <a:off x="229705" y="2014943"/>
              <a:ext cx="27873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have experience across retail, FMCG, manufacturing and logistics.</a:t>
              </a:r>
              <a:endParaRPr sz="815">
                <a:solidFill>
                  <a:srgbClr val="000000"/>
                </a:solidFill>
                <a:latin typeface="Host Grotesk"/>
                <a:ea typeface="Host Grotesk"/>
                <a:cs typeface="Host Grotesk"/>
                <a:sym typeface="Host Grotesk"/>
              </a:endParaRPr>
            </a:p>
          </p:txBody>
        </p:sp>
        <p:sp>
          <p:nvSpPr>
            <p:cNvPr id="579" name="Google Shape;579;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80" name="Google Shape;580;p36"/>
          <p:cNvGrpSpPr/>
          <p:nvPr/>
        </p:nvGrpSpPr>
        <p:grpSpPr>
          <a:xfrm>
            <a:off x="3132825" y="3728548"/>
            <a:ext cx="2886105" cy="1291052"/>
            <a:chOff x="158824" y="1211387"/>
            <a:chExt cx="2858096" cy="1307659"/>
          </a:xfrm>
        </p:grpSpPr>
        <p:grpSp>
          <p:nvGrpSpPr>
            <p:cNvPr id="581" name="Google Shape;581;p36"/>
            <p:cNvGrpSpPr/>
            <p:nvPr/>
          </p:nvGrpSpPr>
          <p:grpSpPr>
            <a:xfrm>
              <a:off x="158824" y="1211387"/>
              <a:ext cx="2858096" cy="1307659"/>
              <a:chOff x="158825" y="1219716"/>
              <a:chExt cx="2134500" cy="1047300"/>
            </a:xfrm>
          </p:grpSpPr>
          <p:sp>
            <p:nvSpPr>
              <p:cNvPr id="582" name="Google Shape;582;p36"/>
              <p:cNvSpPr/>
              <p:nvPr/>
            </p:nvSpPr>
            <p:spPr>
              <a:xfrm>
                <a:off x="158825" y="1219716"/>
                <a:ext cx="2134500" cy="10473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36"/>
              <p:cNvSpPr txBox="1"/>
              <p:nvPr/>
            </p:nvSpPr>
            <p:spPr>
              <a:xfrm>
                <a:off x="203809" y="1637066"/>
                <a:ext cx="1921800" cy="316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Customization</a:t>
                </a:r>
                <a:endParaRPr b="1" sz="1315">
                  <a:solidFill>
                    <a:srgbClr val="000000"/>
                  </a:solidFill>
                  <a:latin typeface="Host Grotesk"/>
                  <a:ea typeface="Host Grotesk"/>
                  <a:cs typeface="Host Grotesk"/>
                  <a:sym typeface="Host Grotesk"/>
                </a:endParaRPr>
              </a:p>
            </p:txBody>
          </p:sp>
        </p:grpSp>
        <p:sp>
          <p:nvSpPr>
            <p:cNvPr id="584" name="Google Shape;584;p36"/>
            <p:cNvSpPr txBox="1"/>
            <p:nvPr/>
          </p:nvSpPr>
          <p:spPr>
            <a:xfrm>
              <a:off x="229703" y="2007042"/>
              <a:ext cx="2731500" cy="463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tailor our solutions to your processes and organisation.</a:t>
              </a:r>
              <a:endParaRPr sz="815">
                <a:solidFill>
                  <a:srgbClr val="000000"/>
                </a:solidFill>
                <a:latin typeface="Host Grotesk"/>
                <a:ea typeface="Host Grotesk"/>
                <a:cs typeface="Host Grotesk"/>
                <a:sym typeface="Host Grotesk"/>
              </a:endParaRPr>
            </a:p>
          </p:txBody>
        </p:sp>
        <p:sp>
          <p:nvSpPr>
            <p:cNvPr id="585" name="Google Shape;585;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86" name="Google Shape;586;p36"/>
          <p:cNvGrpSpPr/>
          <p:nvPr/>
        </p:nvGrpSpPr>
        <p:grpSpPr>
          <a:xfrm>
            <a:off x="6106825" y="3728588"/>
            <a:ext cx="2886105" cy="1271927"/>
            <a:chOff x="158825" y="1211397"/>
            <a:chExt cx="2858096" cy="1232368"/>
          </a:xfrm>
        </p:grpSpPr>
        <p:grpSp>
          <p:nvGrpSpPr>
            <p:cNvPr id="587" name="Google Shape;587;p36"/>
            <p:cNvGrpSpPr/>
            <p:nvPr/>
          </p:nvGrpSpPr>
          <p:grpSpPr>
            <a:xfrm>
              <a:off x="158825" y="1211397"/>
              <a:ext cx="2858096" cy="1232368"/>
              <a:chOff x="158825" y="1219725"/>
              <a:chExt cx="2134500" cy="987000"/>
            </a:xfrm>
          </p:grpSpPr>
          <p:sp>
            <p:nvSpPr>
              <p:cNvPr id="588" name="Google Shape;588;p36"/>
              <p:cNvSpPr/>
              <p:nvPr/>
            </p:nvSpPr>
            <p:spPr>
              <a:xfrm>
                <a:off x="158825" y="1219725"/>
                <a:ext cx="2134500" cy="987000"/>
              </a:xfrm>
              <a:prstGeom prst="roundRect">
                <a:avLst>
                  <a:gd fmla="val 5633"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36"/>
              <p:cNvSpPr txBox="1"/>
              <p:nvPr/>
            </p:nvSpPr>
            <p:spPr>
              <a:xfrm>
                <a:off x="203809" y="1630733"/>
                <a:ext cx="1921800" cy="3027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b="1" lang="cs" sz="1315">
                    <a:solidFill>
                      <a:srgbClr val="000000"/>
                    </a:solidFill>
                    <a:latin typeface="Host Grotesk"/>
                    <a:ea typeface="Host Grotesk"/>
                    <a:cs typeface="Host Grotesk"/>
                    <a:sym typeface="Host Grotesk"/>
                  </a:rPr>
                  <a:t>Strategic partner</a:t>
                </a:r>
                <a:endParaRPr b="1" sz="1315">
                  <a:solidFill>
                    <a:srgbClr val="000000"/>
                  </a:solidFill>
                  <a:latin typeface="Host Grotesk"/>
                  <a:ea typeface="Host Grotesk"/>
                  <a:cs typeface="Host Grotesk"/>
                  <a:sym typeface="Host Grotesk"/>
                </a:endParaRPr>
              </a:p>
            </p:txBody>
          </p:sp>
        </p:grpSp>
        <p:sp>
          <p:nvSpPr>
            <p:cNvPr id="590" name="Google Shape;590;p36"/>
            <p:cNvSpPr txBox="1"/>
            <p:nvPr/>
          </p:nvSpPr>
          <p:spPr>
            <a:xfrm>
              <a:off x="229703" y="1999134"/>
              <a:ext cx="2731500" cy="4431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We build long-term strategic partnerships, not one-off projects.</a:t>
              </a:r>
              <a:endParaRPr sz="815">
                <a:solidFill>
                  <a:srgbClr val="000000"/>
                </a:solidFill>
                <a:latin typeface="Host Grotesk"/>
                <a:ea typeface="Host Grotesk"/>
                <a:cs typeface="Host Grotesk"/>
                <a:sym typeface="Host Grotesk"/>
              </a:endParaRPr>
            </a:p>
          </p:txBody>
        </p:sp>
        <p:sp>
          <p:nvSpPr>
            <p:cNvPr id="591" name="Google Shape;591;p36"/>
            <p:cNvSpPr/>
            <p:nvPr/>
          </p:nvSpPr>
          <p:spPr>
            <a:xfrm>
              <a:off x="299900" y="1334100"/>
              <a:ext cx="308100" cy="308100"/>
            </a:xfrm>
            <a:prstGeom prst="roundRect">
              <a:avLst>
                <a:gd fmla="val 16667" name="adj"/>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592" name="Google Shape;592;p36" title="information_flow.png"/>
          <p:cNvPicPr preferRelativeResize="0"/>
          <p:nvPr/>
        </p:nvPicPr>
        <p:blipFill>
          <a:blip r:embed="rId3">
            <a:alphaModFix/>
          </a:blip>
          <a:stretch>
            <a:fillRect/>
          </a:stretch>
        </p:blipFill>
        <p:spPr>
          <a:xfrm>
            <a:off x="8143833" y="168538"/>
            <a:ext cx="801401" cy="801400"/>
          </a:xfrm>
          <a:prstGeom prst="rect">
            <a:avLst/>
          </a:prstGeom>
          <a:noFill/>
          <a:ln>
            <a:noFill/>
          </a:ln>
        </p:spPr>
      </p:pic>
      <p:pic>
        <p:nvPicPr>
          <p:cNvPr id="593" name="Google Shape;593;p36" title="alarm.png"/>
          <p:cNvPicPr preferRelativeResize="0"/>
          <p:nvPr/>
        </p:nvPicPr>
        <p:blipFill>
          <a:blip r:embed="rId4">
            <a:alphaModFix/>
          </a:blip>
          <a:stretch>
            <a:fillRect/>
          </a:stretch>
        </p:blipFill>
        <p:spPr>
          <a:xfrm>
            <a:off x="334243" y="1279818"/>
            <a:ext cx="248150" cy="229400"/>
          </a:xfrm>
          <a:prstGeom prst="rect">
            <a:avLst/>
          </a:prstGeom>
          <a:noFill/>
          <a:ln>
            <a:noFill/>
          </a:ln>
        </p:spPr>
      </p:pic>
      <p:pic>
        <p:nvPicPr>
          <p:cNvPr id="594" name="Google Shape;594;p36" title="circuitry.png"/>
          <p:cNvPicPr preferRelativeResize="0"/>
          <p:nvPr/>
        </p:nvPicPr>
        <p:blipFill>
          <a:blip r:embed="rId5">
            <a:alphaModFix/>
          </a:blip>
          <a:stretch>
            <a:fillRect/>
          </a:stretch>
        </p:blipFill>
        <p:spPr>
          <a:xfrm>
            <a:off x="3330912" y="1289010"/>
            <a:ext cx="206500" cy="206500"/>
          </a:xfrm>
          <a:prstGeom prst="rect">
            <a:avLst/>
          </a:prstGeom>
          <a:noFill/>
          <a:ln>
            <a:noFill/>
          </a:ln>
        </p:spPr>
      </p:pic>
      <p:pic>
        <p:nvPicPr>
          <p:cNvPr id="595" name="Google Shape;595;p36" title="head-circuit.png"/>
          <p:cNvPicPr preferRelativeResize="0"/>
          <p:nvPr/>
        </p:nvPicPr>
        <p:blipFill>
          <a:blip r:embed="rId6">
            <a:alphaModFix/>
          </a:blip>
          <a:stretch>
            <a:fillRect/>
          </a:stretch>
        </p:blipFill>
        <p:spPr>
          <a:xfrm>
            <a:off x="6301213" y="1276771"/>
            <a:ext cx="206500" cy="230145"/>
          </a:xfrm>
          <a:prstGeom prst="rect">
            <a:avLst/>
          </a:prstGeom>
          <a:noFill/>
          <a:ln>
            <a:noFill/>
          </a:ln>
        </p:spPr>
      </p:pic>
      <p:pic>
        <p:nvPicPr>
          <p:cNvPr id="596" name="Google Shape;596;p36" title="bounding-box.png"/>
          <p:cNvPicPr preferRelativeResize="0"/>
          <p:nvPr/>
        </p:nvPicPr>
        <p:blipFill>
          <a:blip r:embed="rId7">
            <a:alphaModFix/>
          </a:blip>
          <a:stretch>
            <a:fillRect/>
          </a:stretch>
        </p:blipFill>
        <p:spPr>
          <a:xfrm>
            <a:off x="355075" y="2580422"/>
            <a:ext cx="206500" cy="206500"/>
          </a:xfrm>
          <a:prstGeom prst="rect">
            <a:avLst/>
          </a:prstGeom>
          <a:noFill/>
          <a:ln>
            <a:noFill/>
          </a:ln>
        </p:spPr>
      </p:pic>
      <p:pic>
        <p:nvPicPr>
          <p:cNvPr id="597" name="Google Shape;597;p36" title="barcode.png"/>
          <p:cNvPicPr preferRelativeResize="0"/>
          <p:nvPr/>
        </p:nvPicPr>
        <p:blipFill>
          <a:blip r:embed="rId8">
            <a:alphaModFix/>
          </a:blip>
          <a:stretch>
            <a:fillRect/>
          </a:stretch>
        </p:blipFill>
        <p:spPr>
          <a:xfrm>
            <a:off x="3327850" y="3923018"/>
            <a:ext cx="206475" cy="174706"/>
          </a:xfrm>
          <a:prstGeom prst="rect">
            <a:avLst/>
          </a:prstGeom>
          <a:noFill/>
          <a:ln>
            <a:noFill/>
          </a:ln>
        </p:spPr>
      </p:pic>
      <p:pic>
        <p:nvPicPr>
          <p:cNvPr id="598" name="Google Shape;598;p36" title="strategy (1).png"/>
          <p:cNvPicPr preferRelativeResize="0"/>
          <p:nvPr/>
        </p:nvPicPr>
        <p:blipFill>
          <a:blip r:embed="rId9">
            <a:alphaModFix/>
          </a:blip>
          <a:stretch>
            <a:fillRect/>
          </a:stretch>
        </p:blipFill>
        <p:spPr>
          <a:xfrm>
            <a:off x="6316126" y="3915068"/>
            <a:ext cx="191586" cy="190600"/>
          </a:xfrm>
          <a:prstGeom prst="rect">
            <a:avLst/>
          </a:prstGeom>
          <a:noFill/>
          <a:ln>
            <a:noFill/>
          </a:ln>
        </p:spPr>
      </p:pic>
      <p:pic>
        <p:nvPicPr>
          <p:cNvPr id="599" name="Google Shape;599;p36" title="chat-circle-text.png"/>
          <p:cNvPicPr preferRelativeResize="0"/>
          <p:nvPr/>
        </p:nvPicPr>
        <p:blipFill>
          <a:blip r:embed="rId10">
            <a:alphaModFix/>
          </a:blip>
          <a:stretch>
            <a:fillRect/>
          </a:stretch>
        </p:blipFill>
        <p:spPr>
          <a:xfrm>
            <a:off x="362127" y="3910741"/>
            <a:ext cx="191575" cy="191604"/>
          </a:xfrm>
          <a:prstGeom prst="rect">
            <a:avLst/>
          </a:prstGeom>
          <a:noFill/>
          <a:ln>
            <a:noFill/>
          </a:ln>
        </p:spPr>
      </p:pic>
      <p:pic>
        <p:nvPicPr>
          <p:cNvPr id="600" name="Google Shape;600;p36" title="Datový zdroj 2-8.png"/>
          <p:cNvPicPr preferRelativeResize="0"/>
          <p:nvPr/>
        </p:nvPicPr>
        <p:blipFill>
          <a:blip r:embed="rId11">
            <a:alphaModFix/>
          </a:blip>
          <a:stretch>
            <a:fillRect/>
          </a:stretch>
        </p:blipFill>
        <p:spPr>
          <a:xfrm>
            <a:off x="3328725" y="2597943"/>
            <a:ext cx="191575" cy="191575"/>
          </a:xfrm>
          <a:prstGeom prst="rect">
            <a:avLst/>
          </a:prstGeom>
          <a:noFill/>
          <a:ln>
            <a:noFill/>
          </a:ln>
        </p:spPr>
      </p:pic>
      <p:pic>
        <p:nvPicPr>
          <p:cNvPr id="601" name="Google Shape;601;p36" title="network (1).png"/>
          <p:cNvPicPr preferRelativeResize="0"/>
          <p:nvPr/>
        </p:nvPicPr>
        <p:blipFill>
          <a:blip r:embed="rId12">
            <a:alphaModFix/>
          </a:blip>
          <a:stretch>
            <a:fillRect/>
          </a:stretch>
        </p:blipFill>
        <p:spPr>
          <a:xfrm>
            <a:off x="6287448" y="2584567"/>
            <a:ext cx="231265" cy="206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7"/>
          <p:cNvSpPr/>
          <p:nvPr/>
        </p:nvSpPr>
        <p:spPr>
          <a:xfrm>
            <a:off x="158825" y="127900"/>
            <a:ext cx="8834100" cy="1289100"/>
          </a:xfrm>
          <a:prstGeom prst="roundRect">
            <a:avLst>
              <a:gd fmla="val 7498" name="adj"/>
            </a:avLst>
          </a:prstGeom>
          <a:noFill/>
          <a:ln cap="flat" cmpd="sng" w="9525">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37"/>
          <p:cNvSpPr txBox="1"/>
          <p:nvPr/>
        </p:nvSpPr>
        <p:spPr>
          <a:xfrm>
            <a:off x="317901" y="313822"/>
            <a:ext cx="2789700" cy="69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3700">
                <a:solidFill>
                  <a:srgbClr val="000000"/>
                </a:solidFill>
                <a:latin typeface="Host Grotesk"/>
                <a:ea typeface="Host Grotesk"/>
                <a:cs typeface="Host Grotesk"/>
                <a:sym typeface="Host Grotesk"/>
              </a:rPr>
              <a:t>Case Study</a:t>
            </a:r>
            <a:endParaRPr b="1" sz="3700">
              <a:solidFill>
                <a:srgbClr val="000000"/>
              </a:solidFill>
              <a:latin typeface="Host Grotesk"/>
              <a:ea typeface="Host Grotesk"/>
              <a:cs typeface="Host Grotesk"/>
              <a:sym typeface="Host Grotesk"/>
            </a:endParaRPr>
          </a:p>
        </p:txBody>
      </p:sp>
      <p:sp>
        <p:nvSpPr>
          <p:cNvPr id="608" name="Google Shape;608;p37"/>
          <p:cNvSpPr/>
          <p:nvPr/>
        </p:nvSpPr>
        <p:spPr>
          <a:xfrm>
            <a:off x="158825" y="1483400"/>
            <a:ext cx="8834100" cy="2451600"/>
          </a:xfrm>
          <a:prstGeom prst="roundRect">
            <a:avLst>
              <a:gd fmla="val 5650"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9" name="Google Shape;609;p37"/>
          <p:cNvSpPr/>
          <p:nvPr/>
        </p:nvSpPr>
        <p:spPr>
          <a:xfrm>
            <a:off x="5020125" y="1545467"/>
            <a:ext cx="1951800" cy="2334900"/>
          </a:xfrm>
          <a:prstGeom prst="roundRect">
            <a:avLst>
              <a:gd fmla="val 450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37"/>
          <p:cNvSpPr/>
          <p:nvPr/>
        </p:nvSpPr>
        <p:spPr>
          <a:xfrm>
            <a:off x="1264800" y="4001425"/>
            <a:ext cx="7728000" cy="1028100"/>
          </a:xfrm>
          <a:prstGeom prst="roundRect">
            <a:avLst>
              <a:gd fmla="val 12857" name="adj"/>
            </a:avLst>
          </a:prstGeom>
          <a:solidFill>
            <a:srgbClr val="94D90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37"/>
          <p:cNvSpPr txBox="1"/>
          <p:nvPr/>
        </p:nvSpPr>
        <p:spPr>
          <a:xfrm>
            <a:off x="327916" y="1590675"/>
            <a:ext cx="45693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000"/>
              <a:buFont typeface="Arial"/>
              <a:buNone/>
            </a:pPr>
            <a:r>
              <a:rPr lang="cs" sz="1300">
                <a:solidFill>
                  <a:srgbClr val="2E2E2C"/>
                </a:solidFill>
                <a:latin typeface="Work Sans SemiBold"/>
                <a:ea typeface="Work Sans SemiBold"/>
                <a:cs typeface="Work Sans SemiBold"/>
                <a:sym typeface="Work Sans SemiBold"/>
              </a:rPr>
              <a:t>Albert Česká republika, s.r.o., is a division</a:t>
            </a:r>
            <a:r>
              <a:rPr lang="cs" sz="1200">
                <a:solidFill>
                  <a:srgbClr val="2E2E2C"/>
                </a:solidFill>
                <a:latin typeface="Work Sans SemiBold"/>
                <a:ea typeface="Work Sans SemiBold"/>
                <a:cs typeface="Work Sans SemiBold"/>
                <a:sym typeface="Work Sans SemiBold"/>
              </a:rPr>
              <a:t> </a:t>
            </a:r>
            <a:endParaRPr sz="1300">
              <a:solidFill>
                <a:srgbClr val="000000"/>
              </a:solidFill>
              <a:latin typeface="Work Sans SemiBold"/>
              <a:ea typeface="Work Sans SemiBold"/>
              <a:cs typeface="Work Sans SemiBold"/>
              <a:sym typeface="Work Sans SemiBold"/>
            </a:endParaRPr>
          </a:p>
        </p:txBody>
      </p:sp>
      <p:sp>
        <p:nvSpPr>
          <p:cNvPr id="612" name="Google Shape;612;p37"/>
          <p:cNvSpPr txBox="1"/>
          <p:nvPr/>
        </p:nvSpPr>
        <p:spPr>
          <a:xfrm>
            <a:off x="327916" y="2368675"/>
            <a:ext cx="4284300" cy="457200"/>
          </a:xfrm>
          <a:prstGeom prst="rect">
            <a:avLst/>
          </a:prstGeom>
          <a:noFill/>
          <a:ln>
            <a:noFill/>
          </a:ln>
        </p:spPr>
        <p:txBody>
          <a:bodyPr anchorCtr="0" anchor="t" bIns="92825" lIns="92825" spcFirstLastPara="1" rIns="92825" wrap="square" tIns="92825">
            <a:spAutoFit/>
          </a:bodyPr>
          <a:lstStyle/>
          <a:p>
            <a:pPr indent="0" lvl="0" marL="0" marR="0" rtl="0" algn="just">
              <a:lnSpc>
                <a:spcPct val="115000"/>
              </a:lnSpc>
              <a:spcBef>
                <a:spcPts val="0"/>
              </a:spcBef>
              <a:spcAft>
                <a:spcPts val="0"/>
              </a:spcAft>
              <a:buClr>
                <a:srgbClr val="000000"/>
              </a:buClr>
              <a:buSzPts val="1100"/>
              <a:buFont typeface="Arial"/>
              <a:buNone/>
            </a:pPr>
            <a:r>
              <a:rPr lang="cs" sz="815">
                <a:solidFill>
                  <a:srgbClr val="000000"/>
                </a:solidFill>
                <a:latin typeface="Host Grotesk"/>
                <a:ea typeface="Host Grotesk"/>
                <a:cs typeface="Host Grotesk"/>
                <a:sym typeface="Host Grotesk"/>
              </a:rPr>
              <a:t>Veritico STOCK, PROMO and PRICE support Albert’s supply chain from pricing decisions to ordering for each individual store.</a:t>
            </a:r>
            <a:endParaRPr sz="815">
              <a:solidFill>
                <a:srgbClr val="000000"/>
              </a:solidFill>
              <a:latin typeface="Host Grotesk"/>
              <a:ea typeface="Host Grotesk"/>
              <a:cs typeface="Host Grotesk"/>
              <a:sym typeface="Host Grotesk"/>
            </a:endParaRPr>
          </a:p>
        </p:txBody>
      </p:sp>
      <p:pic>
        <p:nvPicPr>
          <p:cNvPr id="613" name="Google Shape;613;p37" title="Union.png"/>
          <p:cNvPicPr preferRelativeResize="0"/>
          <p:nvPr/>
        </p:nvPicPr>
        <p:blipFill>
          <a:blip r:embed="rId3">
            <a:alphaModFix/>
          </a:blip>
          <a:stretch>
            <a:fillRect/>
          </a:stretch>
        </p:blipFill>
        <p:spPr>
          <a:xfrm>
            <a:off x="344675" y="2993026"/>
            <a:ext cx="139725" cy="139725"/>
          </a:xfrm>
          <a:prstGeom prst="rect">
            <a:avLst/>
          </a:prstGeom>
          <a:noFill/>
          <a:ln>
            <a:noFill/>
          </a:ln>
        </p:spPr>
      </p:pic>
      <p:sp>
        <p:nvSpPr>
          <p:cNvPr id="614" name="Google Shape;614;p37"/>
          <p:cNvSpPr txBox="1"/>
          <p:nvPr/>
        </p:nvSpPr>
        <p:spPr>
          <a:xfrm>
            <a:off x="484075" y="2925960"/>
            <a:ext cx="21672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None/>
            </a:pPr>
            <a:r>
              <a:rPr b="1" lang="cs" sz="900">
                <a:solidFill>
                  <a:srgbClr val="000000"/>
                </a:solidFill>
                <a:latin typeface="Host Grotesk"/>
                <a:ea typeface="Host Grotesk"/>
                <a:cs typeface="Host Grotesk"/>
                <a:sym typeface="Host Grotesk"/>
              </a:rPr>
              <a:t>Forecasting &amp; Inventory Optimization</a:t>
            </a:r>
            <a:endParaRPr b="1" sz="900">
              <a:solidFill>
                <a:srgbClr val="000000"/>
              </a:solidFill>
              <a:latin typeface="Host Grotesk"/>
              <a:ea typeface="Host Grotesk"/>
              <a:cs typeface="Host Grotesk"/>
              <a:sym typeface="Host Grotesk"/>
            </a:endParaRPr>
          </a:p>
        </p:txBody>
      </p:sp>
      <p:pic>
        <p:nvPicPr>
          <p:cNvPr id="615" name="Google Shape;615;p37" title="Union.png"/>
          <p:cNvPicPr preferRelativeResize="0"/>
          <p:nvPr/>
        </p:nvPicPr>
        <p:blipFill>
          <a:blip r:embed="rId3">
            <a:alphaModFix/>
          </a:blip>
          <a:stretch>
            <a:fillRect/>
          </a:stretch>
        </p:blipFill>
        <p:spPr>
          <a:xfrm>
            <a:off x="344675" y="3279215"/>
            <a:ext cx="139725" cy="139725"/>
          </a:xfrm>
          <a:prstGeom prst="rect">
            <a:avLst/>
          </a:prstGeom>
          <a:noFill/>
          <a:ln>
            <a:noFill/>
          </a:ln>
        </p:spPr>
      </p:pic>
      <p:sp>
        <p:nvSpPr>
          <p:cNvPr id="616" name="Google Shape;616;p37"/>
          <p:cNvSpPr txBox="1"/>
          <p:nvPr/>
        </p:nvSpPr>
        <p:spPr>
          <a:xfrm>
            <a:off x="484075" y="3215584"/>
            <a:ext cx="2579700" cy="30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900">
                <a:solidFill>
                  <a:srgbClr val="000000"/>
                </a:solidFill>
                <a:latin typeface="Host Grotesk"/>
                <a:ea typeface="Host Grotesk"/>
                <a:cs typeface="Host Grotesk"/>
                <a:sym typeface="Host Grotesk"/>
              </a:rPr>
              <a:t>Replenishment &amp; Allocation Management</a:t>
            </a:r>
            <a:endParaRPr b="1" sz="900">
              <a:solidFill>
                <a:srgbClr val="000000"/>
              </a:solidFill>
              <a:latin typeface="Host Grotesk"/>
              <a:ea typeface="Host Grotesk"/>
              <a:cs typeface="Host Grotesk"/>
              <a:sym typeface="Host Grotesk"/>
            </a:endParaRPr>
          </a:p>
        </p:txBody>
      </p:sp>
      <p:pic>
        <p:nvPicPr>
          <p:cNvPr id="617" name="Google Shape;617;p37" title="Union.png"/>
          <p:cNvPicPr preferRelativeResize="0"/>
          <p:nvPr/>
        </p:nvPicPr>
        <p:blipFill>
          <a:blip r:embed="rId3">
            <a:alphaModFix/>
          </a:blip>
          <a:stretch>
            <a:fillRect/>
          </a:stretch>
        </p:blipFill>
        <p:spPr>
          <a:xfrm>
            <a:off x="344675" y="3563857"/>
            <a:ext cx="139725" cy="139725"/>
          </a:xfrm>
          <a:prstGeom prst="rect">
            <a:avLst/>
          </a:prstGeom>
          <a:noFill/>
          <a:ln>
            <a:noFill/>
          </a:ln>
        </p:spPr>
      </p:pic>
      <p:sp>
        <p:nvSpPr>
          <p:cNvPr id="618" name="Google Shape;618;p37"/>
          <p:cNvSpPr txBox="1"/>
          <p:nvPr/>
        </p:nvSpPr>
        <p:spPr>
          <a:xfrm>
            <a:off x="484070" y="3498099"/>
            <a:ext cx="20607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None/>
            </a:pPr>
            <a:r>
              <a:rPr b="1" lang="cs" sz="900">
                <a:solidFill>
                  <a:srgbClr val="000000"/>
                </a:solidFill>
                <a:latin typeface="Host Grotesk"/>
                <a:ea typeface="Host Grotesk"/>
                <a:cs typeface="Host Grotesk"/>
                <a:sym typeface="Host Grotesk"/>
              </a:rPr>
              <a:t>Promotion Planning &amp; Effectiveness</a:t>
            </a:r>
            <a:endParaRPr b="1" sz="900">
              <a:solidFill>
                <a:srgbClr val="000000"/>
              </a:solidFill>
              <a:latin typeface="Host Grotesk"/>
              <a:ea typeface="Host Grotesk"/>
              <a:cs typeface="Host Grotesk"/>
              <a:sym typeface="Host Grotesk"/>
            </a:endParaRPr>
          </a:p>
        </p:txBody>
      </p:sp>
      <p:pic>
        <p:nvPicPr>
          <p:cNvPr id="619" name="Google Shape;619;p37" title="Albert-v-prazskem-obchodnim-centru-Palladium-prosel-rekonstrukci.jpg"/>
          <p:cNvPicPr preferRelativeResize="0"/>
          <p:nvPr/>
        </p:nvPicPr>
        <p:blipFill rotWithShape="1">
          <a:blip r:embed="rId4">
            <a:alphaModFix/>
          </a:blip>
          <a:srcRect b="0" l="23271" r="23271" t="0"/>
          <a:stretch/>
        </p:blipFill>
        <p:spPr>
          <a:xfrm>
            <a:off x="7042525" y="1545468"/>
            <a:ext cx="1872300" cy="2334900"/>
          </a:xfrm>
          <a:prstGeom prst="roundRect">
            <a:avLst>
              <a:gd fmla="val 6467" name="adj"/>
            </a:avLst>
          </a:prstGeom>
          <a:noFill/>
          <a:ln>
            <a:noFill/>
          </a:ln>
        </p:spPr>
      </p:pic>
      <p:sp>
        <p:nvSpPr>
          <p:cNvPr id="620" name="Google Shape;620;p37"/>
          <p:cNvSpPr txBox="1"/>
          <p:nvPr/>
        </p:nvSpPr>
        <p:spPr>
          <a:xfrm>
            <a:off x="5116974" y="2307850"/>
            <a:ext cx="1728000" cy="785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rgbClr val="000000"/>
              </a:buClr>
              <a:buSzPts val="1100"/>
              <a:buFont typeface="Arial"/>
              <a:buNone/>
            </a:pPr>
            <a:r>
              <a:rPr b="1" lang="cs" sz="1300">
                <a:solidFill>
                  <a:srgbClr val="FFFFFF"/>
                </a:solidFill>
                <a:latin typeface="Host Grotesk"/>
                <a:ea typeface="Host Grotesk"/>
                <a:cs typeface="Host Grotesk"/>
                <a:sym typeface="Host Grotesk"/>
              </a:rPr>
              <a:t>Better availability and fresher stock </a:t>
            </a:r>
            <a:br>
              <a:rPr b="1" lang="cs" sz="1300">
                <a:solidFill>
                  <a:srgbClr val="FFFFFF"/>
                </a:solidFill>
                <a:latin typeface="Host Grotesk"/>
                <a:ea typeface="Host Grotesk"/>
                <a:cs typeface="Host Grotesk"/>
                <a:sym typeface="Host Grotesk"/>
              </a:rPr>
            </a:br>
            <a:r>
              <a:rPr b="1" lang="cs" sz="1300">
                <a:solidFill>
                  <a:srgbClr val="FFFFFF"/>
                </a:solidFill>
                <a:latin typeface="Host Grotesk"/>
                <a:ea typeface="Host Grotesk"/>
                <a:cs typeface="Host Grotesk"/>
                <a:sym typeface="Host Grotesk"/>
              </a:rPr>
              <a:t>at scale</a:t>
            </a:r>
            <a:endParaRPr b="1" sz="1300">
              <a:solidFill>
                <a:srgbClr val="FFFFFF"/>
              </a:solidFill>
              <a:latin typeface="Host Grotesk"/>
              <a:ea typeface="Host Grotesk"/>
              <a:cs typeface="Host Grotesk"/>
              <a:sym typeface="Host Grotesk"/>
            </a:endParaRPr>
          </a:p>
        </p:txBody>
      </p:sp>
      <p:sp>
        <p:nvSpPr>
          <p:cNvPr id="621" name="Google Shape;621;p37"/>
          <p:cNvSpPr/>
          <p:nvPr/>
        </p:nvSpPr>
        <p:spPr>
          <a:xfrm>
            <a:off x="5179500" y="3465150"/>
            <a:ext cx="1133400" cy="273900"/>
          </a:xfrm>
          <a:prstGeom prst="roundRect">
            <a:avLst>
              <a:gd fmla="val 50000"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37">
            <a:hlinkClick r:id="rId5"/>
          </p:cNvPr>
          <p:cNvSpPr txBox="1"/>
          <p:nvPr/>
        </p:nvSpPr>
        <p:spPr>
          <a:xfrm>
            <a:off x="5219700" y="3439943"/>
            <a:ext cx="10530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900">
                <a:solidFill>
                  <a:srgbClr val="000000"/>
                </a:solidFill>
                <a:latin typeface="Host Grotesk"/>
                <a:ea typeface="Host Grotesk"/>
                <a:cs typeface="Host Grotesk"/>
                <a:sym typeface="Host Grotesk"/>
              </a:rPr>
              <a:t>See solution</a:t>
            </a:r>
            <a:endParaRPr b="1" sz="900">
              <a:solidFill>
                <a:srgbClr val="000000"/>
              </a:solidFill>
              <a:latin typeface="Host Grotesk"/>
              <a:ea typeface="Host Grotesk"/>
              <a:cs typeface="Host Grotesk"/>
              <a:sym typeface="Host Grotesk"/>
            </a:endParaRPr>
          </a:p>
        </p:txBody>
      </p:sp>
      <p:pic>
        <p:nvPicPr>
          <p:cNvPr id="623" name="Google Shape;623;p37" title="Mask Group 126.png"/>
          <p:cNvPicPr preferRelativeResize="0"/>
          <p:nvPr/>
        </p:nvPicPr>
        <p:blipFill>
          <a:blip r:embed="rId6">
            <a:alphaModFix/>
          </a:blip>
          <a:stretch>
            <a:fillRect/>
          </a:stretch>
        </p:blipFill>
        <p:spPr>
          <a:xfrm>
            <a:off x="6048403" y="3519404"/>
            <a:ext cx="186750" cy="179550"/>
          </a:xfrm>
          <a:prstGeom prst="rect">
            <a:avLst/>
          </a:prstGeom>
          <a:noFill/>
          <a:ln>
            <a:noFill/>
          </a:ln>
        </p:spPr>
      </p:pic>
      <p:sp>
        <p:nvSpPr>
          <p:cNvPr id="624" name="Google Shape;624;p37"/>
          <p:cNvSpPr txBox="1"/>
          <p:nvPr/>
        </p:nvSpPr>
        <p:spPr>
          <a:xfrm>
            <a:off x="1383785" y="4151243"/>
            <a:ext cx="7422900" cy="457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The cooperation between our company and Logio wasn't just one of the many IT projects. Thanks to the cooperation in the search of solutions for Albert we also took the opportunity to reconsider our processes and work habits. I believe we made Albert stronger and more efficient together. </a:t>
            </a:r>
            <a:endParaRPr sz="815">
              <a:solidFill>
                <a:srgbClr val="000000"/>
              </a:solidFill>
              <a:latin typeface="Host Grotesk"/>
              <a:ea typeface="Host Grotesk"/>
              <a:cs typeface="Host Grotesk"/>
              <a:sym typeface="Host Grotesk"/>
            </a:endParaRPr>
          </a:p>
        </p:txBody>
      </p:sp>
      <p:sp>
        <p:nvSpPr>
          <p:cNvPr id="625" name="Google Shape;625;p37"/>
          <p:cNvSpPr txBox="1"/>
          <p:nvPr/>
        </p:nvSpPr>
        <p:spPr>
          <a:xfrm>
            <a:off x="1383759" y="4491300"/>
            <a:ext cx="24777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cs" sz="1200">
                <a:solidFill>
                  <a:srgbClr val="000000"/>
                </a:solidFill>
                <a:latin typeface="Host Grotesk"/>
                <a:ea typeface="Host Grotesk"/>
                <a:cs typeface="Host Grotesk"/>
                <a:sym typeface="Host Grotesk"/>
              </a:rPr>
              <a:t>Jesper Lauridsen</a:t>
            </a:r>
            <a:endParaRPr b="1" sz="1200">
              <a:solidFill>
                <a:srgbClr val="000000"/>
              </a:solidFill>
              <a:latin typeface="Host Grotesk"/>
              <a:ea typeface="Host Grotesk"/>
              <a:cs typeface="Host Grotesk"/>
              <a:sym typeface="Host Grotesk"/>
            </a:endParaRPr>
          </a:p>
        </p:txBody>
      </p:sp>
      <p:sp>
        <p:nvSpPr>
          <p:cNvPr id="626" name="Google Shape;626;p37"/>
          <p:cNvSpPr txBox="1"/>
          <p:nvPr/>
        </p:nvSpPr>
        <p:spPr>
          <a:xfrm>
            <a:off x="1390479" y="4678926"/>
            <a:ext cx="1513800" cy="297600"/>
          </a:xfrm>
          <a:prstGeom prst="rect">
            <a:avLst/>
          </a:prstGeom>
          <a:noFill/>
          <a:ln>
            <a:noFill/>
          </a:ln>
        </p:spPr>
        <p:txBody>
          <a:bodyPr anchorCtr="0" anchor="t" bIns="92825" lIns="92825" spcFirstLastPara="1" rIns="92825" wrap="square" tIns="92825">
            <a:spAutoFit/>
          </a:bodyPr>
          <a:lstStyle/>
          <a:p>
            <a:pPr indent="0" lvl="0" marL="0" rtl="0" algn="l">
              <a:spcBef>
                <a:spcPts val="0"/>
              </a:spcBef>
              <a:spcAft>
                <a:spcPts val="0"/>
              </a:spcAft>
              <a:buNone/>
            </a:pPr>
            <a:r>
              <a:rPr lang="cs" sz="715">
                <a:solidFill>
                  <a:srgbClr val="000000"/>
                </a:solidFill>
                <a:latin typeface="Host Grotesk"/>
                <a:ea typeface="Host Grotesk"/>
                <a:cs typeface="Host Grotesk"/>
                <a:sym typeface="Host Grotesk"/>
              </a:rPr>
              <a:t>CEO, Albert Czech Republic</a:t>
            </a:r>
            <a:endParaRPr sz="715">
              <a:solidFill>
                <a:srgbClr val="000000"/>
              </a:solidFill>
              <a:latin typeface="Host Grotesk"/>
              <a:ea typeface="Host Grotesk"/>
              <a:cs typeface="Host Grotesk"/>
              <a:sym typeface="Host Grotesk"/>
            </a:endParaRPr>
          </a:p>
        </p:txBody>
      </p:sp>
      <p:pic>
        <p:nvPicPr>
          <p:cNvPr id="627" name="Google Shape;627;p37"/>
          <p:cNvPicPr preferRelativeResize="0"/>
          <p:nvPr/>
        </p:nvPicPr>
        <p:blipFill rotWithShape="1">
          <a:blip r:embed="rId7">
            <a:alphaModFix/>
          </a:blip>
          <a:srcRect b="0" l="0" r="0" t="0"/>
          <a:stretch/>
        </p:blipFill>
        <p:spPr>
          <a:xfrm>
            <a:off x="7917107" y="361719"/>
            <a:ext cx="905437" cy="905437"/>
          </a:xfrm>
          <a:prstGeom prst="rect">
            <a:avLst/>
          </a:prstGeom>
          <a:noFill/>
          <a:ln>
            <a:noFill/>
          </a:ln>
        </p:spPr>
      </p:pic>
      <p:sp>
        <p:nvSpPr>
          <p:cNvPr id="628" name="Google Shape;628;p37"/>
          <p:cNvSpPr txBox="1"/>
          <p:nvPr/>
        </p:nvSpPr>
        <p:spPr>
          <a:xfrm>
            <a:off x="344679" y="832520"/>
            <a:ext cx="5917500" cy="390000"/>
          </a:xfrm>
          <a:prstGeom prst="rect">
            <a:avLst/>
          </a:prstGeom>
          <a:noFill/>
          <a:ln>
            <a:noFill/>
          </a:ln>
        </p:spPr>
        <p:txBody>
          <a:bodyPr anchorCtr="0" anchor="t" bIns="92825" lIns="92825" spcFirstLastPara="1" rIns="92825" wrap="square" tIns="92825">
            <a:spAutoFit/>
          </a:bodyPr>
          <a:lstStyle/>
          <a:p>
            <a:pPr indent="0" lvl="0" marL="0" rtl="0" algn="l">
              <a:lnSpc>
                <a:spcPct val="120000"/>
              </a:lnSpc>
              <a:spcBef>
                <a:spcPts val="0"/>
              </a:spcBef>
              <a:spcAft>
                <a:spcPts val="0"/>
              </a:spcAft>
              <a:buNone/>
            </a:pPr>
            <a:r>
              <a:rPr lang="cs" sz="1315">
                <a:solidFill>
                  <a:srgbClr val="000000"/>
                </a:solidFill>
                <a:latin typeface="Host Grotesk"/>
                <a:ea typeface="Host Grotesk"/>
                <a:cs typeface="Host Grotesk"/>
                <a:sym typeface="Host Grotesk"/>
              </a:rPr>
              <a:t>VERITICO Software Implementation</a:t>
            </a:r>
            <a:endParaRPr sz="1315">
              <a:solidFill>
                <a:srgbClr val="000000"/>
              </a:solidFill>
              <a:latin typeface="Host Grotesk"/>
              <a:ea typeface="Host Grotesk"/>
              <a:cs typeface="Host Grotesk"/>
              <a:sym typeface="Host Grotesk"/>
            </a:endParaRPr>
          </a:p>
        </p:txBody>
      </p:sp>
      <p:pic>
        <p:nvPicPr>
          <p:cNvPr id="629" name="Google Shape;629;p37" title="ahold-delhaize-4x.png"/>
          <p:cNvPicPr preferRelativeResize="0"/>
          <p:nvPr/>
        </p:nvPicPr>
        <p:blipFill>
          <a:blip r:embed="rId8">
            <a:alphaModFix/>
          </a:blip>
          <a:stretch>
            <a:fillRect/>
          </a:stretch>
        </p:blipFill>
        <p:spPr>
          <a:xfrm>
            <a:off x="6534373" y="619438"/>
            <a:ext cx="1195996" cy="390000"/>
          </a:xfrm>
          <a:prstGeom prst="rect">
            <a:avLst/>
          </a:prstGeom>
          <a:noFill/>
          <a:ln>
            <a:noFill/>
          </a:ln>
        </p:spPr>
      </p:pic>
      <p:pic>
        <p:nvPicPr>
          <p:cNvPr id="630" name="Google Shape;630;p37" title="4d0f16befe18418694d56980348bfa7f.jpg"/>
          <p:cNvPicPr preferRelativeResize="0"/>
          <p:nvPr/>
        </p:nvPicPr>
        <p:blipFill rotWithShape="1">
          <a:blip r:embed="rId9">
            <a:alphaModFix/>
          </a:blip>
          <a:srcRect b="4319" l="-308" r="14852" t="14801"/>
          <a:stretch/>
        </p:blipFill>
        <p:spPr>
          <a:xfrm rot="5400000">
            <a:off x="191400" y="3990250"/>
            <a:ext cx="1052400" cy="1005300"/>
          </a:xfrm>
          <a:prstGeom prst="teardrop">
            <a:avLst>
              <a:gd fmla="val 98471" name="adj"/>
            </a:avLst>
          </a:prstGeom>
          <a:noFill/>
          <a:ln>
            <a:noFill/>
          </a:ln>
        </p:spPr>
      </p:pic>
      <p:pic>
        <p:nvPicPr>
          <p:cNvPr id="631" name="Google Shape;631;p37" title="Group 47358.png"/>
          <p:cNvPicPr preferRelativeResize="0"/>
          <p:nvPr/>
        </p:nvPicPr>
        <p:blipFill>
          <a:blip r:embed="rId10">
            <a:alphaModFix/>
          </a:blip>
          <a:stretch>
            <a:fillRect/>
          </a:stretch>
        </p:blipFill>
        <p:spPr>
          <a:xfrm>
            <a:off x="5219702" y="1846874"/>
            <a:ext cx="840992" cy="281700"/>
          </a:xfrm>
          <a:prstGeom prst="rect">
            <a:avLst/>
          </a:prstGeom>
          <a:noFill/>
          <a:ln>
            <a:noFill/>
          </a:ln>
        </p:spPr>
      </p:pic>
      <p:pic>
        <p:nvPicPr>
          <p:cNvPr id="632" name="Google Shape;632;p37" title="Union.png"/>
          <p:cNvPicPr preferRelativeResize="0"/>
          <p:nvPr/>
        </p:nvPicPr>
        <p:blipFill>
          <a:blip r:embed="rId3">
            <a:alphaModFix/>
          </a:blip>
          <a:stretch>
            <a:fillRect/>
          </a:stretch>
        </p:blipFill>
        <p:spPr>
          <a:xfrm>
            <a:off x="2828051" y="2989113"/>
            <a:ext cx="139725" cy="139725"/>
          </a:xfrm>
          <a:prstGeom prst="rect">
            <a:avLst/>
          </a:prstGeom>
          <a:noFill/>
          <a:ln>
            <a:noFill/>
          </a:ln>
        </p:spPr>
      </p:pic>
      <p:sp>
        <p:nvSpPr>
          <p:cNvPr id="633" name="Google Shape;633;p37"/>
          <p:cNvSpPr txBox="1"/>
          <p:nvPr/>
        </p:nvSpPr>
        <p:spPr>
          <a:xfrm>
            <a:off x="2967450" y="2886500"/>
            <a:ext cx="1814100" cy="43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None/>
            </a:pPr>
            <a:r>
              <a:rPr b="1" lang="cs" sz="900">
                <a:solidFill>
                  <a:srgbClr val="000000"/>
                </a:solidFill>
                <a:latin typeface="Host Grotesk"/>
                <a:ea typeface="Host Grotesk"/>
                <a:cs typeface="Host Grotesk"/>
                <a:sym typeface="Host Grotesk"/>
              </a:rPr>
              <a:t>Unified Pricing &amp; Markdown </a:t>
            </a:r>
            <a:br>
              <a:rPr b="1" lang="cs" sz="900">
                <a:solidFill>
                  <a:srgbClr val="000000"/>
                </a:solidFill>
                <a:latin typeface="Host Grotesk"/>
                <a:ea typeface="Host Grotesk"/>
                <a:cs typeface="Host Grotesk"/>
                <a:sym typeface="Host Grotesk"/>
              </a:rPr>
            </a:br>
            <a:r>
              <a:rPr b="1" lang="cs" sz="900">
                <a:solidFill>
                  <a:srgbClr val="000000"/>
                </a:solidFill>
                <a:latin typeface="Host Grotesk"/>
                <a:ea typeface="Host Grotesk"/>
                <a:cs typeface="Host Grotesk"/>
                <a:sym typeface="Host Grotesk"/>
              </a:rPr>
              <a:t>Management</a:t>
            </a:r>
            <a:endParaRPr b="1" sz="900">
              <a:solidFill>
                <a:srgbClr val="000000"/>
              </a:solidFill>
              <a:latin typeface="Host Grotesk"/>
              <a:ea typeface="Host Grotesk"/>
              <a:cs typeface="Host Grotesk"/>
              <a:sym typeface="Host Grotesk"/>
            </a:endParaRPr>
          </a:p>
        </p:txBody>
      </p:sp>
      <p:pic>
        <p:nvPicPr>
          <p:cNvPr id="634" name="Google Shape;634;p37" title="Union.png"/>
          <p:cNvPicPr preferRelativeResize="0"/>
          <p:nvPr/>
        </p:nvPicPr>
        <p:blipFill>
          <a:blip r:embed="rId3">
            <a:alphaModFix/>
          </a:blip>
          <a:stretch>
            <a:fillRect/>
          </a:stretch>
        </p:blipFill>
        <p:spPr>
          <a:xfrm>
            <a:off x="2828051" y="3329978"/>
            <a:ext cx="139725" cy="139725"/>
          </a:xfrm>
          <a:prstGeom prst="rect">
            <a:avLst/>
          </a:prstGeom>
          <a:noFill/>
          <a:ln>
            <a:noFill/>
          </a:ln>
        </p:spPr>
      </p:pic>
      <p:sp>
        <p:nvSpPr>
          <p:cNvPr id="635" name="Google Shape;635;p37"/>
          <p:cNvSpPr txBox="1"/>
          <p:nvPr/>
        </p:nvSpPr>
        <p:spPr>
          <a:xfrm>
            <a:off x="2967451" y="3262903"/>
            <a:ext cx="4632900" cy="309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None/>
            </a:pPr>
            <a:r>
              <a:rPr b="1" lang="cs" sz="900">
                <a:solidFill>
                  <a:srgbClr val="000000"/>
                </a:solidFill>
                <a:latin typeface="Host Grotesk"/>
                <a:ea typeface="Host Grotesk"/>
                <a:cs typeface="Host Grotesk"/>
                <a:sym typeface="Host Grotesk"/>
              </a:rPr>
              <a:t>Data Visibility &amp; Accessibility</a:t>
            </a:r>
            <a:endParaRPr b="1" sz="900">
              <a:solidFill>
                <a:srgbClr val="000000"/>
              </a:solidFill>
              <a:latin typeface="Host Grotesk"/>
              <a:ea typeface="Host Grotesk"/>
              <a:cs typeface="Host Grotesk"/>
              <a:sym typeface="Host Grotesk"/>
            </a:endParaRPr>
          </a:p>
        </p:txBody>
      </p:sp>
      <p:sp>
        <p:nvSpPr>
          <p:cNvPr id="636" name="Google Shape;636;p37"/>
          <p:cNvSpPr txBox="1"/>
          <p:nvPr/>
        </p:nvSpPr>
        <p:spPr>
          <a:xfrm>
            <a:off x="321571" y="1925431"/>
            <a:ext cx="4362000" cy="457200"/>
          </a:xfrm>
          <a:prstGeom prst="rect">
            <a:avLst/>
          </a:prstGeom>
          <a:noFill/>
          <a:ln>
            <a:noFill/>
          </a:ln>
        </p:spPr>
        <p:txBody>
          <a:bodyPr anchorCtr="0" anchor="t" bIns="92825" lIns="92825" spcFirstLastPara="1" rIns="92825" wrap="square" tIns="92825">
            <a:spAutoFit/>
          </a:bodyPr>
          <a:lstStyle/>
          <a:p>
            <a:pPr indent="0" lvl="0" marL="0" rtl="0" algn="l">
              <a:lnSpc>
                <a:spcPct val="115000"/>
              </a:lnSpc>
              <a:spcBef>
                <a:spcPts val="0"/>
              </a:spcBef>
              <a:spcAft>
                <a:spcPts val="0"/>
              </a:spcAft>
              <a:buNone/>
            </a:pPr>
            <a:r>
              <a:rPr lang="cs" sz="815">
                <a:solidFill>
                  <a:srgbClr val="000000"/>
                </a:solidFill>
                <a:latin typeface="Host Grotesk"/>
                <a:ea typeface="Host Grotesk"/>
                <a:cs typeface="Host Grotesk"/>
                <a:sym typeface="Host Grotesk"/>
              </a:rPr>
              <a:t>of the Netherlands/Belgium-based Ahold Delhaize group, operating more than 350 supermarkets and 3 distribution centres in the Czech Republic.</a:t>
            </a:r>
            <a:endParaRPr sz="815">
              <a:solidFill>
                <a:srgbClr val="000000"/>
              </a:solidFill>
              <a:latin typeface="Host Grotesk"/>
              <a:ea typeface="Host Grotesk"/>
              <a:cs typeface="Host Grotesk"/>
              <a:sym typeface="Host Grotes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8"/>
          <p:cNvSpPr txBox="1"/>
          <p:nvPr/>
        </p:nvSpPr>
        <p:spPr>
          <a:xfrm>
            <a:off x="7311430" y="306411"/>
            <a:ext cx="1395900" cy="493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cs" sz="800">
                <a:solidFill>
                  <a:srgbClr val="000000"/>
                </a:solidFill>
                <a:uFill>
                  <a:noFill/>
                </a:uFill>
                <a:latin typeface="Host Grotesk"/>
                <a:ea typeface="Host Grotesk"/>
                <a:cs typeface="Host Grotesk"/>
                <a:sym typeface="Host Grotesk"/>
                <a:hlinkClick r:id="rId3">
                  <a:extLst>
                    <a:ext uri="{A12FA001-AC4F-418D-AE19-62706E023703}">
                      <ahyp:hlinkClr val="tx"/>
                    </a:ext>
                  </a:extLst>
                </a:hlinkClick>
              </a:rPr>
              <a:t>Evropská</a:t>
            </a:r>
            <a:r>
              <a:rPr lang="cs" sz="1050">
                <a:solidFill>
                  <a:srgbClr val="1A0DAB"/>
                </a:solidFill>
                <a:highlight>
                  <a:srgbClr val="FFFFFF"/>
                </a:highlight>
                <a:uFill>
                  <a:noFill/>
                </a:uFill>
                <a:hlinkClick r:id="rId4">
                  <a:extLst>
                    <a:ext uri="{A12FA001-AC4F-418D-AE19-62706E023703}">
                      <ahyp:hlinkClr val="tx"/>
                    </a:ext>
                  </a:extLst>
                </a:hlinkClick>
              </a:rPr>
              <a:t> </a:t>
            </a:r>
            <a:r>
              <a:rPr lang="cs" sz="800">
                <a:solidFill>
                  <a:srgbClr val="000000"/>
                </a:solidFill>
                <a:uFill>
                  <a:noFill/>
                </a:uFill>
                <a:latin typeface="Host Grotesk"/>
                <a:ea typeface="Host Grotesk"/>
                <a:cs typeface="Host Grotesk"/>
                <a:sym typeface="Host Grotesk"/>
                <a:hlinkClick r:id="rId5">
                  <a:extLst>
                    <a:ext uri="{A12FA001-AC4F-418D-AE19-62706E023703}">
                      <ahyp:hlinkClr val="tx"/>
                    </a:ext>
                  </a:extLst>
                </a:hlinkClick>
              </a:rPr>
              <a:t>2588, 160 00 Praha 6-Dejvice</a:t>
            </a:r>
            <a:endParaRPr sz="800">
              <a:solidFill>
                <a:srgbClr val="000000"/>
              </a:solidFill>
              <a:latin typeface="Host Grotesk"/>
              <a:ea typeface="Host Grotesk"/>
              <a:cs typeface="Host Grotesk"/>
              <a:sym typeface="Host Grotesk"/>
            </a:endParaRPr>
          </a:p>
        </p:txBody>
      </p:sp>
      <p:sp>
        <p:nvSpPr>
          <p:cNvPr id="642" name="Google Shape;642;p38"/>
          <p:cNvSpPr txBox="1"/>
          <p:nvPr/>
        </p:nvSpPr>
        <p:spPr>
          <a:xfrm>
            <a:off x="356177" y="2688323"/>
            <a:ext cx="7561200" cy="87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cs" sz="4500">
                <a:solidFill>
                  <a:srgbClr val="FFFFFF"/>
                </a:solidFill>
                <a:latin typeface="Host Grotesk"/>
                <a:ea typeface="Host Grotesk"/>
                <a:cs typeface="Host Grotesk"/>
                <a:sym typeface="Host Grotesk"/>
              </a:rPr>
              <a:t>Thank you</a:t>
            </a:r>
            <a:endParaRPr b="1" sz="4500">
              <a:solidFill>
                <a:srgbClr val="FFFFFF"/>
              </a:solidFill>
              <a:latin typeface="Host Grotesk"/>
              <a:ea typeface="Host Grotesk"/>
              <a:cs typeface="Host Grotesk"/>
              <a:sym typeface="Host Grotesk"/>
            </a:endParaRPr>
          </a:p>
        </p:txBody>
      </p:sp>
      <p:sp>
        <p:nvSpPr>
          <p:cNvPr id="643" name="Google Shape;643;p38"/>
          <p:cNvSpPr txBox="1"/>
          <p:nvPr/>
        </p:nvSpPr>
        <p:spPr>
          <a:xfrm>
            <a:off x="356174" y="3556171"/>
            <a:ext cx="7347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cs" sz="1500">
                <a:solidFill>
                  <a:srgbClr val="FFFFFF"/>
                </a:solidFill>
                <a:latin typeface="Host Grotesk"/>
                <a:ea typeface="Host Grotesk"/>
                <a:cs typeface="Host Grotesk"/>
                <a:sym typeface="Host Grotesk"/>
              </a:rPr>
              <a:t>sales@logio.com</a:t>
            </a:r>
            <a:endParaRPr sz="1500">
              <a:solidFill>
                <a:srgbClr val="FFFFFF"/>
              </a:solidFill>
              <a:latin typeface="Host Grotesk"/>
              <a:ea typeface="Host Grotesk"/>
              <a:cs typeface="Host Grotesk"/>
              <a:sym typeface="Host Grotesk"/>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9"/>
          <p:cNvSpPr txBox="1"/>
          <p:nvPr>
            <p:ph type="ctrTitle"/>
          </p:nvPr>
        </p:nvSpPr>
        <p:spPr>
          <a:xfrm>
            <a:off x="186325" y="2270500"/>
            <a:ext cx="8761500" cy="721500"/>
          </a:xfrm>
          <a:prstGeom prst="rect">
            <a:avLst/>
          </a:prstGeom>
        </p:spPr>
        <p:txBody>
          <a:bodyPr anchorCtr="0" anchor="b" bIns="0" lIns="0" spcFirstLastPara="1" rIns="0" wrap="square" tIns="0">
            <a:normAutofit/>
          </a:bodyPr>
          <a:lstStyle/>
          <a:p>
            <a:pPr indent="0" lvl="0" marL="0" rtl="0" algn="ctr">
              <a:spcBef>
                <a:spcPts val="0"/>
              </a:spcBef>
              <a:spcAft>
                <a:spcPts val="0"/>
              </a:spcAft>
              <a:buNone/>
            </a:pPr>
            <a:r>
              <a:rPr lang="cs"/>
              <a:t>Timeline, grafy, tabulky</a:t>
            </a:r>
            <a:endParaRPr/>
          </a:p>
        </p:txBody>
      </p:sp>
      <p:sp>
        <p:nvSpPr>
          <p:cNvPr id="649" name="Google Shape;649;p39"/>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sz="925"/>
              <a:t>‹#›</a:t>
            </a:fld>
            <a:endParaRPr sz="92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40"/>
          <p:cNvSpPr txBox="1"/>
          <p:nvPr/>
        </p:nvSpPr>
        <p:spPr>
          <a:xfrm>
            <a:off x="409525" y="221074"/>
            <a:ext cx="8467500" cy="954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None/>
            </a:pPr>
            <a:r>
              <a:rPr b="1" lang="cs" sz="3700">
                <a:latin typeface="Host Grotesk"/>
                <a:ea typeface="Host Grotesk"/>
                <a:cs typeface="Host Grotesk"/>
                <a:sym typeface="Host Grotesk"/>
              </a:rPr>
              <a:t>Timeline</a:t>
            </a:r>
            <a:endParaRPr b="1" sz="3700">
              <a:solidFill>
                <a:srgbClr val="000000"/>
              </a:solidFill>
              <a:latin typeface="Host Grotesk"/>
              <a:ea typeface="Host Grotesk"/>
              <a:cs typeface="Host Grotesk"/>
              <a:sym typeface="Host Grotesk"/>
            </a:endParaRPr>
          </a:p>
        </p:txBody>
      </p:sp>
      <p:grpSp>
        <p:nvGrpSpPr>
          <p:cNvPr id="655" name="Google Shape;655;p40"/>
          <p:cNvGrpSpPr/>
          <p:nvPr/>
        </p:nvGrpSpPr>
        <p:grpSpPr>
          <a:xfrm>
            <a:off x="285796" y="1478119"/>
            <a:ext cx="8591228" cy="3427906"/>
            <a:chOff x="262549" y="1447434"/>
            <a:chExt cx="8591228" cy="3427906"/>
          </a:xfrm>
        </p:grpSpPr>
        <p:sp>
          <p:nvSpPr>
            <p:cNvPr id="656" name="Google Shape;656;p40"/>
            <p:cNvSpPr/>
            <p:nvPr/>
          </p:nvSpPr>
          <p:spPr>
            <a:xfrm>
              <a:off x="267098" y="1693340"/>
              <a:ext cx="2655600" cy="292500"/>
            </a:xfrm>
            <a:prstGeom prst="roundRect">
              <a:avLst>
                <a:gd fmla="val 16667" name="adj"/>
              </a:avLst>
            </a:prstGeom>
            <a:solidFill>
              <a:srgbClr val="000000"/>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t/>
              </a:r>
              <a:endParaRPr b="1" i="0" sz="900" u="none" cap="none" strike="noStrike">
                <a:solidFill>
                  <a:srgbClr val="000000"/>
                </a:solidFill>
                <a:latin typeface="Host Grotesk"/>
                <a:ea typeface="Host Grotesk"/>
                <a:cs typeface="Host Grotesk"/>
                <a:sym typeface="Host Grotesk"/>
              </a:endParaRPr>
            </a:p>
          </p:txBody>
        </p:sp>
        <p:sp>
          <p:nvSpPr>
            <p:cNvPr id="657" name="Google Shape;657;p40"/>
            <p:cNvSpPr/>
            <p:nvPr/>
          </p:nvSpPr>
          <p:spPr>
            <a:xfrm>
              <a:off x="267097" y="2031358"/>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Datová analýza</a:t>
              </a:r>
              <a:endParaRPr b="0" i="0" sz="637" u="none" cap="none" strike="noStrike">
                <a:solidFill>
                  <a:srgbClr val="000000"/>
                </a:solidFill>
                <a:latin typeface="Host Grotesk"/>
                <a:ea typeface="Host Grotesk"/>
                <a:cs typeface="Host Grotesk"/>
                <a:sym typeface="Host Grotesk"/>
              </a:endParaRPr>
            </a:p>
          </p:txBody>
        </p:sp>
        <p:sp>
          <p:nvSpPr>
            <p:cNvPr id="658" name="Google Shape;658;p40"/>
            <p:cNvSpPr/>
            <p:nvPr/>
          </p:nvSpPr>
          <p:spPr>
            <a:xfrm>
              <a:off x="3049976" y="2031358"/>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1100" u="none" cap="none" strike="noStrike">
                <a:solidFill>
                  <a:srgbClr val="FFFFFF"/>
                </a:solidFill>
                <a:latin typeface="Host Grotesk"/>
                <a:ea typeface="Host Grotesk"/>
                <a:cs typeface="Host Grotesk"/>
                <a:sym typeface="Host Grotesk"/>
              </a:endParaRPr>
            </a:p>
          </p:txBody>
        </p:sp>
        <p:sp>
          <p:nvSpPr>
            <p:cNvPr id="659" name="Google Shape;659;p40"/>
            <p:cNvSpPr txBox="1"/>
            <p:nvPr/>
          </p:nvSpPr>
          <p:spPr>
            <a:xfrm>
              <a:off x="366777" y="1759809"/>
              <a:ext cx="27843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cs" sz="1200" u="none" cap="none" strike="noStrike">
                  <a:solidFill>
                    <a:srgbClr val="FFFFFF"/>
                  </a:solidFill>
                  <a:latin typeface="Host Grotesk"/>
                  <a:ea typeface="Host Grotesk"/>
                  <a:cs typeface="Host Grotesk"/>
                  <a:sym typeface="Host Grotesk"/>
                </a:rPr>
                <a:t>Projektová fáze/ měsíc</a:t>
              </a:r>
              <a:endParaRPr b="1" i="0" sz="1700" u="none" cap="none" strike="noStrike">
                <a:solidFill>
                  <a:srgbClr val="FFFFFF"/>
                </a:solidFill>
                <a:latin typeface="Host Grotesk"/>
                <a:ea typeface="Host Grotesk"/>
                <a:cs typeface="Host Grotesk"/>
                <a:sym typeface="Host Grotesk"/>
              </a:endParaRPr>
            </a:p>
          </p:txBody>
        </p:sp>
        <p:sp>
          <p:nvSpPr>
            <p:cNvPr id="660" name="Google Shape;660;p40"/>
            <p:cNvSpPr/>
            <p:nvPr/>
          </p:nvSpPr>
          <p:spPr>
            <a:xfrm>
              <a:off x="267097" y="2387703"/>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Analýza a specifikace řešení</a:t>
              </a:r>
              <a:endParaRPr b="0" i="0" sz="637" u="none" cap="none" strike="noStrike">
                <a:solidFill>
                  <a:srgbClr val="000000"/>
                </a:solidFill>
                <a:latin typeface="Host Grotesk"/>
                <a:ea typeface="Host Grotesk"/>
                <a:cs typeface="Host Grotesk"/>
                <a:sym typeface="Host Grotesk"/>
              </a:endParaRPr>
            </a:p>
          </p:txBody>
        </p:sp>
        <p:sp>
          <p:nvSpPr>
            <p:cNvPr id="661" name="Google Shape;661;p40"/>
            <p:cNvSpPr/>
            <p:nvPr/>
          </p:nvSpPr>
          <p:spPr>
            <a:xfrm>
              <a:off x="3049977" y="2387703"/>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sp>
          <p:nvSpPr>
            <p:cNvPr id="662" name="Google Shape;662;p40"/>
            <p:cNvSpPr/>
            <p:nvPr/>
          </p:nvSpPr>
          <p:spPr>
            <a:xfrm>
              <a:off x="267097" y="2744047"/>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Datový můstek</a:t>
              </a:r>
              <a:endParaRPr b="0" i="0" sz="637" u="none" cap="none" strike="noStrike">
                <a:solidFill>
                  <a:srgbClr val="000000"/>
                </a:solidFill>
                <a:latin typeface="Host Grotesk"/>
                <a:ea typeface="Host Grotesk"/>
                <a:cs typeface="Host Grotesk"/>
                <a:sym typeface="Host Grotesk"/>
              </a:endParaRPr>
            </a:p>
          </p:txBody>
        </p:sp>
        <p:sp>
          <p:nvSpPr>
            <p:cNvPr id="663" name="Google Shape;663;p40"/>
            <p:cNvSpPr/>
            <p:nvPr/>
          </p:nvSpPr>
          <p:spPr>
            <a:xfrm>
              <a:off x="3049977" y="2744048"/>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sp>
          <p:nvSpPr>
            <p:cNvPr id="664" name="Google Shape;664;p40"/>
            <p:cNvSpPr/>
            <p:nvPr/>
          </p:nvSpPr>
          <p:spPr>
            <a:xfrm>
              <a:off x="262549" y="3102347"/>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Konfigurace </a:t>
              </a:r>
              <a:r>
                <a:rPr b="0" i="0" lang="cs" sz="1050" u="none" cap="none" strike="noStrike">
                  <a:solidFill>
                    <a:srgbClr val="000000"/>
                  </a:solidFill>
                  <a:latin typeface="Host Grotesk"/>
                  <a:ea typeface="Host Grotesk"/>
                  <a:cs typeface="Host Grotesk"/>
                  <a:sym typeface="Host Grotesk"/>
                </a:rPr>
                <a:t>&amp;</a:t>
              </a:r>
              <a:r>
                <a:rPr b="0" i="0" lang="cs" sz="1092" u="none" cap="none" strike="noStrike">
                  <a:solidFill>
                    <a:srgbClr val="000000"/>
                  </a:solidFill>
                  <a:latin typeface="Host Grotesk"/>
                  <a:ea typeface="Host Grotesk"/>
                  <a:cs typeface="Host Grotesk"/>
                  <a:sym typeface="Host Grotesk"/>
                </a:rPr>
                <a:t> zákaznické úpravy</a:t>
              </a:r>
              <a:endParaRPr b="0" i="0" sz="637" u="none" cap="none" strike="noStrike">
                <a:solidFill>
                  <a:srgbClr val="000000"/>
                </a:solidFill>
                <a:latin typeface="Host Grotesk"/>
                <a:ea typeface="Host Grotesk"/>
                <a:cs typeface="Host Grotesk"/>
                <a:sym typeface="Host Grotesk"/>
              </a:endParaRPr>
            </a:p>
          </p:txBody>
        </p:sp>
        <p:sp>
          <p:nvSpPr>
            <p:cNvPr id="665" name="Google Shape;665;p40"/>
            <p:cNvSpPr/>
            <p:nvPr/>
          </p:nvSpPr>
          <p:spPr>
            <a:xfrm>
              <a:off x="3045429" y="3102347"/>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sp>
          <p:nvSpPr>
            <p:cNvPr id="666" name="Google Shape;666;p40"/>
            <p:cNvSpPr/>
            <p:nvPr/>
          </p:nvSpPr>
          <p:spPr>
            <a:xfrm>
              <a:off x="262549" y="3458691"/>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Školení </a:t>
              </a:r>
              <a:r>
                <a:rPr b="0" i="0" lang="cs" sz="1100" u="none" cap="none" strike="noStrike">
                  <a:solidFill>
                    <a:srgbClr val="000000"/>
                  </a:solidFill>
                  <a:latin typeface="Host Grotesk"/>
                  <a:ea typeface="Host Grotesk"/>
                  <a:cs typeface="Host Grotesk"/>
                  <a:sym typeface="Host Grotesk"/>
                </a:rPr>
                <a:t>&amp;</a:t>
              </a:r>
              <a:r>
                <a:rPr b="0" i="0" lang="cs" sz="1092" u="none" cap="none" strike="noStrike">
                  <a:solidFill>
                    <a:srgbClr val="000000"/>
                  </a:solidFill>
                  <a:latin typeface="Host Grotesk"/>
                  <a:ea typeface="Host Grotesk"/>
                  <a:cs typeface="Host Grotesk"/>
                  <a:sym typeface="Host Grotesk"/>
                </a:rPr>
                <a:t> testování</a:t>
              </a:r>
              <a:endParaRPr b="0" i="0" sz="637" u="none" cap="none" strike="noStrike">
                <a:solidFill>
                  <a:srgbClr val="000000"/>
                </a:solidFill>
                <a:latin typeface="Host Grotesk"/>
                <a:ea typeface="Host Grotesk"/>
                <a:cs typeface="Host Grotesk"/>
                <a:sym typeface="Host Grotesk"/>
              </a:endParaRPr>
            </a:p>
          </p:txBody>
        </p:sp>
        <p:sp>
          <p:nvSpPr>
            <p:cNvPr id="667" name="Google Shape;667;p40"/>
            <p:cNvSpPr/>
            <p:nvPr/>
          </p:nvSpPr>
          <p:spPr>
            <a:xfrm>
              <a:off x="3045428" y="3458692"/>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sp>
          <p:nvSpPr>
            <p:cNvPr id="668" name="Google Shape;668;p40"/>
            <p:cNvSpPr/>
            <p:nvPr/>
          </p:nvSpPr>
          <p:spPr>
            <a:xfrm>
              <a:off x="262549" y="3815036"/>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Pilotní provoz</a:t>
              </a:r>
              <a:endParaRPr b="0" i="0" sz="637" u="none" cap="none" strike="noStrike">
                <a:solidFill>
                  <a:srgbClr val="000000"/>
                </a:solidFill>
                <a:latin typeface="Host Grotesk"/>
                <a:ea typeface="Host Grotesk"/>
                <a:cs typeface="Host Grotesk"/>
                <a:sym typeface="Host Grotesk"/>
              </a:endParaRPr>
            </a:p>
          </p:txBody>
        </p:sp>
        <p:sp>
          <p:nvSpPr>
            <p:cNvPr id="669" name="Google Shape;669;p40"/>
            <p:cNvSpPr/>
            <p:nvPr/>
          </p:nvSpPr>
          <p:spPr>
            <a:xfrm>
              <a:off x="3045427" y="3815036"/>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sp>
          <p:nvSpPr>
            <p:cNvPr id="670" name="Google Shape;670;p40"/>
            <p:cNvSpPr/>
            <p:nvPr/>
          </p:nvSpPr>
          <p:spPr>
            <a:xfrm>
              <a:off x="262549" y="4171380"/>
              <a:ext cx="26451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Finalizace projektu</a:t>
              </a:r>
              <a:endParaRPr b="0" i="0" sz="637" u="none" cap="none" strike="noStrike">
                <a:solidFill>
                  <a:srgbClr val="000000"/>
                </a:solidFill>
                <a:latin typeface="Host Grotesk"/>
                <a:ea typeface="Host Grotesk"/>
                <a:cs typeface="Host Grotesk"/>
                <a:sym typeface="Host Grotesk"/>
              </a:endParaRPr>
            </a:p>
          </p:txBody>
        </p:sp>
        <p:sp>
          <p:nvSpPr>
            <p:cNvPr id="671" name="Google Shape;671;p40"/>
            <p:cNvSpPr/>
            <p:nvPr/>
          </p:nvSpPr>
          <p:spPr>
            <a:xfrm>
              <a:off x="3045428" y="4171381"/>
              <a:ext cx="58038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sp>
          <p:nvSpPr>
            <p:cNvPr id="672" name="Google Shape;672;p40"/>
            <p:cNvSpPr/>
            <p:nvPr/>
          </p:nvSpPr>
          <p:spPr>
            <a:xfrm>
              <a:off x="267097" y="4533337"/>
              <a:ext cx="26406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rPr b="0" i="0" lang="cs" sz="1092" u="none" cap="none" strike="noStrike">
                  <a:solidFill>
                    <a:srgbClr val="000000"/>
                  </a:solidFill>
                  <a:latin typeface="Host Grotesk"/>
                  <a:ea typeface="Host Grotesk"/>
                  <a:cs typeface="Host Grotesk"/>
                  <a:sym typeface="Host Grotesk"/>
                </a:rPr>
                <a:t>Taktický modul (PBI)/kokpit</a:t>
              </a:r>
              <a:endParaRPr b="0" i="0" sz="637" u="none" cap="none" strike="noStrike">
                <a:solidFill>
                  <a:srgbClr val="000000"/>
                </a:solidFill>
                <a:latin typeface="Host Grotesk"/>
                <a:ea typeface="Host Grotesk"/>
                <a:cs typeface="Host Grotesk"/>
                <a:sym typeface="Host Grotesk"/>
              </a:endParaRPr>
            </a:p>
          </p:txBody>
        </p:sp>
        <p:sp>
          <p:nvSpPr>
            <p:cNvPr id="673" name="Google Shape;673;p40"/>
            <p:cNvSpPr/>
            <p:nvPr/>
          </p:nvSpPr>
          <p:spPr>
            <a:xfrm>
              <a:off x="3049976" y="4533337"/>
              <a:ext cx="5799300" cy="316500"/>
            </a:xfrm>
            <a:prstGeom prst="roundRect">
              <a:avLst>
                <a:gd fmla="val 16667" name="adj"/>
              </a:avLst>
            </a:prstGeom>
            <a:solidFill>
              <a:srgbClr val="E5E2DB"/>
            </a:solidFill>
            <a:ln>
              <a:noFill/>
            </a:ln>
          </p:spPr>
          <p:txBody>
            <a:bodyPr anchorCtr="0" anchor="ctr" bIns="39525" lIns="79100" spcFirstLastPara="1" rIns="79100" wrap="square" tIns="39525">
              <a:noAutofit/>
            </a:bodyPr>
            <a:lstStyle/>
            <a:p>
              <a:pPr indent="0" lvl="0" marL="0" marR="0" rtl="0" algn="ctr">
                <a:lnSpc>
                  <a:spcPct val="100000"/>
                </a:lnSpc>
                <a:spcBef>
                  <a:spcPts val="0"/>
                </a:spcBef>
                <a:spcAft>
                  <a:spcPts val="0"/>
                </a:spcAft>
                <a:buNone/>
              </a:pPr>
              <a:r>
                <a:t/>
              </a:r>
              <a:endParaRPr b="0" i="0" sz="800" u="none" cap="none" strike="noStrike">
                <a:solidFill>
                  <a:srgbClr val="FFFFFF"/>
                </a:solidFill>
                <a:latin typeface="Host Grotesk"/>
                <a:ea typeface="Host Grotesk"/>
                <a:cs typeface="Host Grotesk"/>
                <a:sym typeface="Host Grotesk"/>
              </a:endParaRPr>
            </a:p>
          </p:txBody>
        </p:sp>
        <p:cxnSp>
          <p:nvCxnSpPr>
            <p:cNvPr id="674" name="Google Shape;674;p40"/>
            <p:cNvCxnSpPr/>
            <p:nvPr/>
          </p:nvCxnSpPr>
          <p:spPr>
            <a:xfrm>
              <a:off x="3411291" y="1693340"/>
              <a:ext cx="0" cy="3156600"/>
            </a:xfrm>
            <a:prstGeom prst="straightConnector1">
              <a:avLst/>
            </a:prstGeom>
            <a:noFill/>
            <a:ln cap="flat" cmpd="sng" w="9525">
              <a:solidFill>
                <a:srgbClr val="A5A5A5"/>
              </a:solidFill>
              <a:prstDash val="dot"/>
              <a:round/>
              <a:headEnd len="sm" w="sm" type="none"/>
              <a:tailEnd len="sm" w="sm" type="none"/>
            </a:ln>
          </p:spPr>
        </p:cxnSp>
        <p:cxnSp>
          <p:nvCxnSpPr>
            <p:cNvPr id="675" name="Google Shape;675;p40"/>
            <p:cNvCxnSpPr/>
            <p:nvPr/>
          </p:nvCxnSpPr>
          <p:spPr>
            <a:xfrm>
              <a:off x="3792291" y="1706040"/>
              <a:ext cx="0" cy="3156600"/>
            </a:xfrm>
            <a:prstGeom prst="straightConnector1">
              <a:avLst/>
            </a:prstGeom>
            <a:noFill/>
            <a:ln cap="flat" cmpd="sng" w="9525">
              <a:solidFill>
                <a:srgbClr val="A5A5A5"/>
              </a:solidFill>
              <a:prstDash val="dot"/>
              <a:round/>
              <a:headEnd len="sm" w="sm" type="none"/>
              <a:tailEnd len="sm" w="sm" type="none"/>
            </a:ln>
          </p:spPr>
        </p:cxnSp>
        <p:cxnSp>
          <p:nvCxnSpPr>
            <p:cNvPr id="676" name="Google Shape;676;p40"/>
            <p:cNvCxnSpPr/>
            <p:nvPr/>
          </p:nvCxnSpPr>
          <p:spPr>
            <a:xfrm>
              <a:off x="4166941" y="1712390"/>
              <a:ext cx="0" cy="3156600"/>
            </a:xfrm>
            <a:prstGeom prst="straightConnector1">
              <a:avLst/>
            </a:prstGeom>
            <a:noFill/>
            <a:ln cap="flat" cmpd="sng" w="9525">
              <a:solidFill>
                <a:srgbClr val="A5A5A5"/>
              </a:solidFill>
              <a:prstDash val="dot"/>
              <a:round/>
              <a:headEnd len="sm" w="sm" type="none"/>
              <a:tailEnd len="sm" w="sm" type="none"/>
            </a:ln>
          </p:spPr>
        </p:cxnSp>
        <p:cxnSp>
          <p:nvCxnSpPr>
            <p:cNvPr id="677" name="Google Shape;677;p40"/>
            <p:cNvCxnSpPr/>
            <p:nvPr/>
          </p:nvCxnSpPr>
          <p:spPr>
            <a:xfrm>
              <a:off x="4535241" y="1718740"/>
              <a:ext cx="0" cy="3156600"/>
            </a:xfrm>
            <a:prstGeom prst="straightConnector1">
              <a:avLst/>
            </a:prstGeom>
            <a:noFill/>
            <a:ln cap="flat" cmpd="sng" w="9525">
              <a:solidFill>
                <a:srgbClr val="A5A5A5"/>
              </a:solidFill>
              <a:prstDash val="dot"/>
              <a:round/>
              <a:headEnd len="sm" w="sm" type="none"/>
              <a:tailEnd len="sm" w="sm" type="none"/>
            </a:ln>
          </p:spPr>
        </p:cxnSp>
        <p:cxnSp>
          <p:nvCxnSpPr>
            <p:cNvPr id="678" name="Google Shape;678;p40"/>
            <p:cNvCxnSpPr/>
            <p:nvPr/>
          </p:nvCxnSpPr>
          <p:spPr>
            <a:xfrm>
              <a:off x="4890841" y="1699690"/>
              <a:ext cx="0" cy="3156600"/>
            </a:xfrm>
            <a:prstGeom prst="straightConnector1">
              <a:avLst/>
            </a:prstGeom>
            <a:noFill/>
            <a:ln cap="flat" cmpd="sng" w="9525">
              <a:solidFill>
                <a:srgbClr val="A5A5A5"/>
              </a:solidFill>
              <a:prstDash val="dot"/>
              <a:round/>
              <a:headEnd len="sm" w="sm" type="none"/>
              <a:tailEnd len="sm" w="sm" type="none"/>
            </a:ln>
          </p:spPr>
        </p:cxnSp>
        <p:cxnSp>
          <p:nvCxnSpPr>
            <p:cNvPr id="679" name="Google Shape;679;p40"/>
            <p:cNvCxnSpPr/>
            <p:nvPr/>
          </p:nvCxnSpPr>
          <p:spPr>
            <a:xfrm>
              <a:off x="5246441" y="1712390"/>
              <a:ext cx="0" cy="3156600"/>
            </a:xfrm>
            <a:prstGeom prst="straightConnector1">
              <a:avLst/>
            </a:prstGeom>
            <a:noFill/>
            <a:ln cap="flat" cmpd="sng" w="9525">
              <a:solidFill>
                <a:srgbClr val="A5A5A5"/>
              </a:solidFill>
              <a:prstDash val="dot"/>
              <a:round/>
              <a:headEnd len="sm" w="sm" type="none"/>
              <a:tailEnd len="sm" w="sm" type="none"/>
            </a:ln>
          </p:spPr>
        </p:cxnSp>
        <p:cxnSp>
          <p:nvCxnSpPr>
            <p:cNvPr id="680" name="Google Shape;680;p40"/>
            <p:cNvCxnSpPr/>
            <p:nvPr/>
          </p:nvCxnSpPr>
          <p:spPr>
            <a:xfrm>
              <a:off x="5589341" y="1706040"/>
              <a:ext cx="0" cy="3156600"/>
            </a:xfrm>
            <a:prstGeom prst="straightConnector1">
              <a:avLst/>
            </a:prstGeom>
            <a:noFill/>
            <a:ln cap="flat" cmpd="sng" w="9525">
              <a:solidFill>
                <a:srgbClr val="A5A5A5"/>
              </a:solidFill>
              <a:prstDash val="dot"/>
              <a:round/>
              <a:headEnd len="sm" w="sm" type="none"/>
              <a:tailEnd len="sm" w="sm" type="none"/>
            </a:ln>
          </p:spPr>
        </p:cxnSp>
        <p:cxnSp>
          <p:nvCxnSpPr>
            <p:cNvPr id="681" name="Google Shape;681;p40"/>
            <p:cNvCxnSpPr/>
            <p:nvPr/>
          </p:nvCxnSpPr>
          <p:spPr>
            <a:xfrm>
              <a:off x="5977387" y="1706040"/>
              <a:ext cx="0" cy="3156600"/>
            </a:xfrm>
            <a:prstGeom prst="straightConnector1">
              <a:avLst/>
            </a:prstGeom>
            <a:noFill/>
            <a:ln cap="flat" cmpd="sng" w="9525">
              <a:solidFill>
                <a:srgbClr val="A5A5A5"/>
              </a:solidFill>
              <a:prstDash val="dot"/>
              <a:round/>
              <a:headEnd len="sm" w="sm" type="none"/>
              <a:tailEnd len="sm" w="sm" type="none"/>
            </a:ln>
          </p:spPr>
        </p:cxnSp>
        <p:cxnSp>
          <p:nvCxnSpPr>
            <p:cNvPr id="682" name="Google Shape;682;p40"/>
            <p:cNvCxnSpPr/>
            <p:nvPr/>
          </p:nvCxnSpPr>
          <p:spPr>
            <a:xfrm>
              <a:off x="6367481" y="1699690"/>
              <a:ext cx="0" cy="3156600"/>
            </a:xfrm>
            <a:prstGeom prst="straightConnector1">
              <a:avLst/>
            </a:prstGeom>
            <a:noFill/>
            <a:ln cap="flat" cmpd="sng" w="9525">
              <a:solidFill>
                <a:srgbClr val="A5A5A5"/>
              </a:solidFill>
              <a:prstDash val="dot"/>
              <a:round/>
              <a:headEnd len="sm" w="sm" type="none"/>
              <a:tailEnd len="sm" w="sm" type="none"/>
            </a:ln>
          </p:spPr>
        </p:cxnSp>
        <p:sp>
          <p:nvSpPr>
            <p:cNvPr id="683" name="Google Shape;683;p40"/>
            <p:cNvSpPr/>
            <p:nvPr/>
          </p:nvSpPr>
          <p:spPr>
            <a:xfrm>
              <a:off x="3105150" y="2061369"/>
              <a:ext cx="1016100" cy="2436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sp>
          <p:nvSpPr>
            <p:cNvPr id="684" name="Google Shape;684;p40"/>
            <p:cNvSpPr/>
            <p:nvPr/>
          </p:nvSpPr>
          <p:spPr>
            <a:xfrm>
              <a:off x="4212733" y="2424111"/>
              <a:ext cx="261900" cy="2529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sp>
          <p:nvSpPr>
            <p:cNvPr id="685" name="Google Shape;685;p40"/>
            <p:cNvSpPr/>
            <p:nvPr/>
          </p:nvSpPr>
          <p:spPr>
            <a:xfrm>
              <a:off x="4574925" y="2775885"/>
              <a:ext cx="631800" cy="2529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sp>
          <p:nvSpPr>
            <p:cNvPr id="686" name="Google Shape;686;p40"/>
            <p:cNvSpPr/>
            <p:nvPr/>
          </p:nvSpPr>
          <p:spPr>
            <a:xfrm>
              <a:off x="5289551" y="3130551"/>
              <a:ext cx="1047900" cy="2541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cxnSp>
          <p:nvCxnSpPr>
            <p:cNvPr id="687" name="Google Shape;687;p40"/>
            <p:cNvCxnSpPr/>
            <p:nvPr/>
          </p:nvCxnSpPr>
          <p:spPr>
            <a:xfrm>
              <a:off x="7194782" y="1712390"/>
              <a:ext cx="0" cy="3156600"/>
            </a:xfrm>
            <a:prstGeom prst="straightConnector1">
              <a:avLst/>
            </a:prstGeom>
            <a:noFill/>
            <a:ln cap="flat" cmpd="sng" w="9525">
              <a:solidFill>
                <a:srgbClr val="A5A5A5"/>
              </a:solidFill>
              <a:prstDash val="dot"/>
              <a:round/>
              <a:headEnd len="sm" w="sm" type="none"/>
              <a:tailEnd len="sm" w="sm" type="none"/>
            </a:ln>
          </p:spPr>
        </p:cxnSp>
        <p:cxnSp>
          <p:nvCxnSpPr>
            <p:cNvPr id="688" name="Google Shape;688;p40"/>
            <p:cNvCxnSpPr/>
            <p:nvPr/>
          </p:nvCxnSpPr>
          <p:spPr>
            <a:xfrm>
              <a:off x="7601940" y="1710115"/>
              <a:ext cx="0" cy="3156600"/>
            </a:xfrm>
            <a:prstGeom prst="straightConnector1">
              <a:avLst/>
            </a:prstGeom>
            <a:noFill/>
            <a:ln cap="flat" cmpd="sng" w="9525">
              <a:solidFill>
                <a:srgbClr val="A5A5A5"/>
              </a:solidFill>
              <a:prstDash val="dot"/>
              <a:round/>
              <a:headEnd len="sm" w="sm" type="none"/>
              <a:tailEnd len="sm" w="sm" type="none"/>
            </a:ln>
          </p:spPr>
        </p:cxnSp>
        <p:cxnSp>
          <p:nvCxnSpPr>
            <p:cNvPr id="689" name="Google Shape;689;p40"/>
            <p:cNvCxnSpPr/>
            <p:nvPr/>
          </p:nvCxnSpPr>
          <p:spPr>
            <a:xfrm>
              <a:off x="7989290" y="1710115"/>
              <a:ext cx="0" cy="3156600"/>
            </a:xfrm>
            <a:prstGeom prst="straightConnector1">
              <a:avLst/>
            </a:prstGeom>
            <a:noFill/>
            <a:ln cap="flat" cmpd="sng" w="9525">
              <a:solidFill>
                <a:srgbClr val="A5A5A5"/>
              </a:solidFill>
              <a:prstDash val="dot"/>
              <a:round/>
              <a:headEnd len="sm" w="sm" type="none"/>
              <a:tailEnd len="sm" w="sm" type="none"/>
            </a:ln>
          </p:spPr>
        </p:cxnSp>
        <p:cxnSp>
          <p:nvCxnSpPr>
            <p:cNvPr id="690" name="Google Shape;690;p40"/>
            <p:cNvCxnSpPr/>
            <p:nvPr/>
          </p:nvCxnSpPr>
          <p:spPr>
            <a:xfrm>
              <a:off x="8388270" y="1699690"/>
              <a:ext cx="0" cy="3156600"/>
            </a:xfrm>
            <a:prstGeom prst="straightConnector1">
              <a:avLst/>
            </a:prstGeom>
            <a:noFill/>
            <a:ln cap="flat" cmpd="sng" w="9525">
              <a:solidFill>
                <a:srgbClr val="A5A5A5"/>
              </a:solidFill>
              <a:prstDash val="dot"/>
              <a:round/>
              <a:headEnd len="sm" w="sm" type="none"/>
              <a:tailEnd len="sm" w="sm" type="none"/>
            </a:ln>
          </p:spPr>
        </p:cxnSp>
        <p:sp>
          <p:nvSpPr>
            <p:cNvPr id="691" name="Google Shape;691;p40"/>
            <p:cNvSpPr/>
            <p:nvPr/>
          </p:nvSpPr>
          <p:spPr>
            <a:xfrm>
              <a:off x="6404429" y="3483654"/>
              <a:ext cx="307200" cy="2529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sp>
          <p:nvSpPr>
            <p:cNvPr id="692" name="Google Shape;692;p40"/>
            <p:cNvSpPr/>
            <p:nvPr/>
          </p:nvSpPr>
          <p:spPr>
            <a:xfrm>
              <a:off x="6829706" y="3846286"/>
              <a:ext cx="585900" cy="2535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sp>
          <p:nvSpPr>
            <p:cNvPr id="693" name="Google Shape;693;p40"/>
            <p:cNvSpPr/>
            <p:nvPr/>
          </p:nvSpPr>
          <p:spPr>
            <a:xfrm>
              <a:off x="7642373" y="4563460"/>
              <a:ext cx="1159500" cy="2541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sp>
          <p:nvSpPr>
            <p:cNvPr id="694" name="Google Shape;694;p40"/>
            <p:cNvSpPr/>
            <p:nvPr/>
          </p:nvSpPr>
          <p:spPr>
            <a:xfrm>
              <a:off x="7415533" y="4203218"/>
              <a:ext cx="150900" cy="252900"/>
            </a:xfrm>
            <a:prstGeom prst="roundRect">
              <a:avLst>
                <a:gd fmla="val 16667" name="adj"/>
              </a:avLst>
            </a:prstGeom>
            <a:solidFill>
              <a:srgbClr val="9FC947"/>
            </a:solid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t/>
              </a:r>
              <a:endParaRPr b="0" i="0" sz="637" u="none" cap="none" strike="noStrike">
                <a:solidFill>
                  <a:srgbClr val="FFFFFF"/>
                </a:solidFill>
                <a:latin typeface="Host Grotesk"/>
                <a:ea typeface="Host Grotesk"/>
                <a:cs typeface="Host Grotesk"/>
                <a:sym typeface="Host Grotesk"/>
              </a:endParaRPr>
            </a:p>
          </p:txBody>
        </p:sp>
        <p:grpSp>
          <p:nvGrpSpPr>
            <p:cNvPr id="695" name="Google Shape;695;p40"/>
            <p:cNvGrpSpPr/>
            <p:nvPr/>
          </p:nvGrpSpPr>
          <p:grpSpPr>
            <a:xfrm>
              <a:off x="3040890" y="1693096"/>
              <a:ext cx="5808300" cy="292500"/>
              <a:chOff x="3040890" y="1693096"/>
              <a:chExt cx="5808300" cy="292500"/>
            </a:xfrm>
          </p:grpSpPr>
          <p:sp>
            <p:nvSpPr>
              <p:cNvPr id="696" name="Google Shape;696;p40"/>
              <p:cNvSpPr/>
              <p:nvPr/>
            </p:nvSpPr>
            <p:spPr>
              <a:xfrm>
                <a:off x="3040890" y="1693096"/>
                <a:ext cx="5808300" cy="292500"/>
              </a:xfrm>
              <a:prstGeom prst="roundRect">
                <a:avLst>
                  <a:gd fmla="val 16667" name="adj"/>
                </a:avLst>
              </a:prstGeom>
              <a:solidFill>
                <a:srgbClr val="000000"/>
              </a:solidFill>
              <a:ln>
                <a:noFill/>
              </a:ln>
            </p:spPr>
            <p:txBody>
              <a:bodyPr anchorCtr="0" anchor="ctr" bIns="39525" lIns="79100" spcFirstLastPara="1" rIns="79100" wrap="square" tIns="39525">
                <a:noAutofit/>
              </a:bodyPr>
              <a:lstStyle/>
              <a:p>
                <a:pPr indent="0" lvl="0" marL="0" marR="0" rtl="0" algn="l">
                  <a:lnSpc>
                    <a:spcPct val="100000"/>
                  </a:lnSpc>
                  <a:spcBef>
                    <a:spcPts val="0"/>
                  </a:spcBef>
                  <a:spcAft>
                    <a:spcPts val="0"/>
                  </a:spcAft>
                  <a:buNone/>
                </a:pPr>
                <a:r>
                  <a:t/>
                </a:r>
                <a:endParaRPr b="1" i="0" sz="900" u="none" cap="none" strike="noStrike">
                  <a:solidFill>
                    <a:srgbClr val="000000"/>
                  </a:solidFill>
                  <a:latin typeface="Host Grotesk"/>
                  <a:ea typeface="Host Grotesk"/>
                  <a:cs typeface="Host Grotesk"/>
                  <a:sym typeface="Host Grotesk"/>
                </a:endParaRPr>
              </a:p>
            </p:txBody>
          </p:sp>
          <p:sp>
            <p:nvSpPr>
              <p:cNvPr id="697" name="Google Shape;697;p40"/>
              <p:cNvSpPr txBox="1"/>
              <p:nvPr/>
            </p:nvSpPr>
            <p:spPr>
              <a:xfrm>
                <a:off x="3101333" y="1768326"/>
                <a:ext cx="239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000000"/>
                    </a:solidFill>
                    <a:latin typeface="Host Grotesk"/>
                    <a:ea typeface="Host Grotesk"/>
                    <a:cs typeface="Host Grotesk"/>
                    <a:sym typeface="Host Grotesk"/>
                  </a:rPr>
                  <a:t>M3</a:t>
                </a:r>
                <a:endParaRPr b="1" i="0" sz="1100" u="none" cap="none" strike="noStrike">
                  <a:solidFill>
                    <a:srgbClr val="000000"/>
                  </a:solidFill>
                  <a:latin typeface="Host Grotesk"/>
                  <a:ea typeface="Host Grotesk"/>
                  <a:cs typeface="Host Grotesk"/>
                  <a:sym typeface="Host Grotesk"/>
                </a:endParaRPr>
              </a:p>
            </p:txBody>
          </p:sp>
          <p:sp>
            <p:nvSpPr>
              <p:cNvPr id="698" name="Google Shape;698;p40"/>
              <p:cNvSpPr txBox="1"/>
              <p:nvPr/>
            </p:nvSpPr>
            <p:spPr>
              <a:xfrm>
                <a:off x="3464987" y="1774723"/>
                <a:ext cx="239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M4</a:t>
                </a:r>
                <a:endParaRPr b="1" i="0" sz="1100" u="none" cap="none" strike="noStrike">
                  <a:solidFill>
                    <a:srgbClr val="FFFFFF"/>
                  </a:solidFill>
                  <a:latin typeface="Host Grotesk"/>
                  <a:ea typeface="Host Grotesk"/>
                  <a:cs typeface="Host Grotesk"/>
                  <a:sym typeface="Host Grotesk"/>
                </a:endParaRPr>
              </a:p>
            </p:txBody>
          </p:sp>
          <p:sp>
            <p:nvSpPr>
              <p:cNvPr id="699" name="Google Shape;699;p40"/>
              <p:cNvSpPr txBox="1"/>
              <p:nvPr/>
            </p:nvSpPr>
            <p:spPr>
              <a:xfrm>
                <a:off x="3844641" y="1768677"/>
                <a:ext cx="239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M5</a:t>
                </a:r>
                <a:endParaRPr b="1" i="0" sz="1100" u="none" cap="none" strike="noStrike">
                  <a:solidFill>
                    <a:srgbClr val="FFFFFF"/>
                  </a:solidFill>
                  <a:latin typeface="Host Grotesk"/>
                  <a:ea typeface="Host Grotesk"/>
                  <a:cs typeface="Host Grotesk"/>
                  <a:sym typeface="Host Grotesk"/>
                </a:endParaRPr>
              </a:p>
            </p:txBody>
          </p:sp>
          <p:sp>
            <p:nvSpPr>
              <p:cNvPr id="700" name="Google Shape;700;p40"/>
              <p:cNvSpPr txBox="1"/>
              <p:nvPr/>
            </p:nvSpPr>
            <p:spPr>
              <a:xfrm>
                <a:off x="4205203" y="1770350"/>
                <a:ext cx="2694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M6</a:t>
                </a:r>
                <a:endParaRPr b="1" i="0" sz="1100" u="none" cap="none" strike="noStrike">
                  <a:solidFill>
                    <a:srgbClr val="FFFFFF"/>
                  </a:solidFill>
                  <a:latin typeface="Host Grotesk"/>
                  <a:ea typeface="Host Grotesk"/>
                  <a:cs typeface="Host Grotesk"/>
                  <a:sym typeface="Host Grotesk"/>
                </a:endParaRPr>
              </a:p>
            </p:txBody>
          </p:sp>
          <p:sp>
            <p:nvSpPr>
              <p:cNvPr id="701" name="Google Shape;701;p40"/>
              <p:cNvSpPr txBox="1"/>
              <p:nvPr/>
            </p:nvSpPr>
            <p:spPr>
              <a:xfrm>
                <a:off x="4556850" y="1768891"/>
                <a:ext cx="2694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M7</a:t>
                </a:r>
                <a:endParaRPr b="1" i="0" sz="1100" u="none" cap="none" strike="noStrike">
                  <a:solidFill>
                    <a:srgbClr val="FFFFFF"/>
                  </a:solidFill>
                  <a:latin typeface="Host Grotesk"/>
                  <a:ea typeface="Host Grotesk"/>
                  <a:cs typeface="Host Grotesk"/>
                  <a:sym typeface="Host Grotesk"/>
                </a:endParaRPr>
              </a:p>
            </p:txBody>
          </p:sp>
          <p:sp>
            <p:nvSpPr>
              <p:cNvPr id="702" name="Google Shape;702;p40"/>
              <p:cNvSpPr txBox="1"/>
              <p:nvPr/>
            </p:nvSpPr>
            <p:spPr>
              <a:xfrm>
                <a:off x="4923472" y="1767279"/>
                <a:ext cx="2694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M8</a:t>
                </a:r>
                <a:endParaRPr b="1" i="0" sz="1100" u="none" cap="none" strike="noStrike">
                  <a:solidFill>
                    <a:srgbClr val="FFFFFF"/>
                  </a:solidFill>
                  <a:latin typeface="Host Grotesk"/>
                  <a:ea typeface="Host Grotesk"/>
                  <a:cs typeface="Host Grotesk"/>
                  <a:sym typeface="Host Grotesk"/>
                </a:endParaRPr>
              </a:p>
            </p:txBody>
          </p:sp>
          <p:sp>
            <p:nvSpPr>
              <p:cNvPr id="703" name="Google Shape;703;p40"/>
              <p:cNvSpPr txBox="1"/>
              <p:nvPr/>
            </p:nvSpPr>
            <p:spPr>
              <a:xfrm>
                <a:off x="5272197" y="1767279"/>
                <a:ext cx="2694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M9</a:t>
                </a:r>
                <a:endParaRPr b="1" i="0" sz="1100" u="none" cap="none" strike="noStrike">
                  <a:solidFill>
                    <a:srgbClr val="FFFFFF"/>
                  </a:solidFill>
                  <a:latin typeface="Host Grotesk"/>
                  <a:ea typeface="Host Grotesk"/>
                  <a:cs typeface="Host Grotesk"/>
                  <a:sym typeface="Host Grotesk"/>
                </a:endParaRPr>
              </a:p>
            </p:txBody>
          </p:sp>
          <p:sp>
            <p:nvSpPr>
              <p:cNvPr id="704" name="Google Shape;704;p40"/>
              <p:cNvSpPr txBox="1"/>
              <p:nvPr/>
            </p:nvSpPr>
            <p:spPr>
              <a:xfrm>
                <a:off x="5567570" y="1767279"/>
                <a:ext cx="3705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M10</a:t>
                </a:r>
                <a:endParaRPr b="1" i="0" sz="1100" u="none" cap="none" strike="noStrike">
                  <a:solidFill>
                    <a:srgbClr val="FFFFFF"/>
                  </a:solidFill>
                  <a:latin typeface="Host Grotesk"/>
                  <a:ea typeface="Host Grotesk"/>
                  <a:cs typeface="Host Grotesk"/>
                  <a:sym typeface="Host Grotesk"/>
                </a:endParaRPr>
              </a:p>
            </p:txBody>
          </p:sp>
          <p:sp>
            <p:nvSpPr>
              <p:cNvPr id="705" name="Google Shape;705;p40"/>
              <p:cNvSpPr txBox="1"/>
              <p:nvPr/>
            </p:nvSpPr>
            <p:spPr>
              <a:xfrm>
                <a:off x="6010192" y="1770350"/>
                <a:ext cx="3234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M11</a:t>
                </a:r>
                <a:endParaRPr b="1" i="0" sz="1100" u="none" cap="none" strike="noStrike">
                  <a:solidFill>
                    <a:srgbClr val="FFFFFF"/>
                  </a:solidFill>
                  <a:latin typeface="Host Grotesk"/>
                  <a:ea typeface="Host Grotesk"/>
                  <a:cs typeface="Host Grotesk"/>
                  <a:sym typeface="Host Grotesk"/>
                </a:endParaRPr>
              </a:p>
            </p:txBody>
          </p:sp>
          <p:sp>
            <p:nvSpPr>
              <p:cNvPr id="706" name="Google Shape;706;p40"/>
              <p:cNvSpPr txBox="1"/>
              <p:nvPr/>
            </p:nvSpPr>
            <p:spPr>
              <a:xfrm>
                <a:off x="6407960" y="1767279"/>
                <a:ext cx="3339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M12</a:t>
                </a:r>
                <a:endParaRPr b="1" i="0" sz="1100" u="none" cap="none" strike="noStrike">
                  <a:solidFill>
                    <a:srgbClr val="FFFFFF"/>
                  </a:solidFill>
                  <a:latin typeface="Host Grotesk"/>
                  <a:ea typeface="Host Grotesk"/>
                  <a:cs typeface="Host Grotesk"/>
                  <a:sym typeface="Host Grotesk"/>
                </a:endParaRPr>
              </a:p>
            </p:txBody>
          </p:sp>
          <p:sp>
            <p:nvSpPr>
              <p:cNvPr id="707" name="Google Shape;707;p40"/>
              <p:cNvSpPr txBox="1"/>
              <p:nvPr/>
            </p:nvSpPr>
            <p:spPr>
              <a:xfrm>
                <a:off x="6693602" y="1767279"/>
                <a:ext cx="4014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M1</a:t>
                </a:r>
                <a:endParaRPr b="1" i="0" sz="1100" u="none" cap="none" strike="noStrike">
                  <a:solidFill>
                    <a:srgbClr val="FFFFFF"/>
                  </a:solidFill>
                  <a:latin typeface="Host Grotesk"/>
                  <a:ea typeface="Host Grotesk"/>
                  <a:cs typeface="Host Grotesk"/>
                  <a:sym typeface="Host Grotesk"/>
                </a:endParaRPr>
              </a:p>
            </p:txBody>
          </p:sp>
          <p:sp>
            <p:nvSpPr>
              <p:cNvPr id="708" name="Google Shape;708;p40"/>
              <p:cNvSpPr txBox="1"/>
              <p:nvPr/>
            </p:nvSpPr>
            <p:spPr>
              <a:xfrm>
                <a:off x="7156627" y="1773416"/>
                <a:ext cx="3612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M2</a:t>
                </a:r>
                <a:endParaRPr b="1" i="0" sz="1100" u="none" cap="none" strike="noStrike">
                  <a:solidFill>
                    <a:srgbClr val="FFFFFF"/>
                  </a:solidFill>
                  <a:latin typeface="Host Grotesk"/>
                  <a:ea typeface="Host Grotesk"/>
                  <a:cs typeface="Host Grotesk"/>
                  <a:sym typeface="Host Grotesk"/>
                </a:endParaRPr>
              </a:p>
            </p:txBody>
          </p:sp>
          <p:sp>
            <p:nvSpPr>
              <p:cNvPr id="709" name="Google Shape;709;p40"/>
              <p:cNvSpPr txBox="1"/>
              <p:nvPr/>
            </p:nvSpPr>
            <p:spPr>
              <a:xfrm>
                <a:off x="7655485" y="1766066"/>
                <a:ext cx="2622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M3</a:t>
                </a:r>
                <a:endParaRPr b="1" i="0" sz="1100" u="none" cap="none" strike="noStrike">
                  <a:solidFill>
                    <a:srgbClr val="FFFFFF"/>
                  </a:solidFill>
                  <a:latin typeface="Host Grotesk"/>
                  <a:ea typeface="Host Grotesk"/>
                  <a:cs typeface="Host Grotesk"/>
                  <a:sym typeface="Host Grotesk"/>
                </a:endParaRPr>
              </a:p>
            </p:txBody>
          </p:sp>
          <p:sp>
            <p:nvSpPr>
              <p:cNvPr id="710" name="Google Shape;710;p40"/>
              <p:cNvSpPr txBox="1"/>
              <p:nvPr/>
            </p:nvSpPr>
            <p:spPr>
              <a:xfrm>
                <a:off x="8019410" y="1762787"/>
                <a:ext cx="2622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M4</a:t>
                </a:r>
                <a:endParaRPr b="1" i="0" sz="1100" u="none" cap="none" strike="noStrike">
                  <a:solidFill>
                    <a:srgbClr val="FFFFFF"/>
                  </a:solidFill>
                  <a:latin typeface="Host Grotesk"/>
                  <a:ea typeface="Host Grotesk"/>
                  <a:cs typeface="Host Grotesk"/>
                  <a:sym typeface="Host Grotesk"/>
                </a:endParaRPr>
              </a:p>
            </p:txBody>
          </p:sp>
          <p:sp>
            <p:nvSpPr>
              <p:cNvPr id="711" name="Google Shape;711;p40"/>
              <p:cNvSpPr txBox="1"/>
              <p:nvPr/>
            </p:nvSpPr>
            <p:spPr>
              <a:xfrm>
                <a:off x="8351323" y="1767279"/>
                <a:ext cx="3339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cs" sz="1100" u="none" cap="none" strike="noStrike">
                    <a:solidFill>
                      <a:srgbClr val="FFFFFF"/>
                    </a:solidFill>
                    <a:latin typeface="Host Grotesk"/>
                    <a:ea typeface="Host Grotesk"/>
                    <a:cs typeface="Host Grotesk"/>
                    <a:sym typeface="Host Grotesk"/>
                  </a:rPr>
                  <a:t>M5</a:t>
                </a:r>
                <a:endParaRPr b="1" i="0" sz="1100" u="none" cap="none" strike="noStrike">
                  <a:solidFill>
                    <a:srgbClr val="FFFFFF"/>
                  </a:solidFill>
                  <a:latin typeface="Host Grotesk"/>
                  <a:ea typeface="Host Grotesk"/>
                  <a:cs typeface="Host Grotesk"/>
                  <a:sym typeface="Host Grotesk"/>
                </a:endParaRPr>
              </a:p>
            </p:txBody>
          </p:sp>
        </p:grpSp>
        <p:cxnSp>
          <p:nvCxnSpPr>
            <p:cNvPr id="712" name="Google Shape;712;p40"/>
            <p:cNvCxnSpPr/>
            <p:nvPr/>
          </p:nvCxnSpPr>
          <p:spPr>
            <a:xfrm>
              <a:off x="6784424" y="1491040"/>
              <a:ext cx="0" cy="3361200"/>
            </a:xfrm>
            <a:prstGeom prst="straightConnector1">
              <a:avLst/>
            </a:prstGeom>
            <a:noFill/>
            <a:ln cap="flat" cmpd="sng" w="9525">
              <a:solidFill>
                <a:schemeClr val="accent3"/>
              </a:solidFill>
              <a:prstDash val="solid"/>
              <a:round/>
              <a:headEnd len="sm" w="sm" type="none"/>
              <a:tailEnd len="sm" w="sm" type="none"/>
            </a:ln>
          </p:spPr>
        </p:cxnSp>
        <p:cxnSp>
          <p:nvCxnSpPr>
            <p:cNvPr id="713" name="Google Shape;713;p40"/>
            <p:cNvCxnSpPr/>
            <p:nvPr/>
          </p:nvCxnSpPr>
          <p:spPr>
            <a:xfrm>
              <a:off x="3045427" y="1539192"/>
              <a:ext cx="3738900" cy="0"/>
            </a:xfrm>
            <a:prstGeom prst="straightConnector1">
              <a:avLst/>
            </a:prstGeom>
            <a:noFill/>
            <a:ln cap="flat" cmpd="sng" w="9525">
              <a:solidFill>
                <a:srgbClr val="B3B3B3"/>
              </a:solidFill>
              <a:prstDash val="solid"/>
              <a:round/>
              <a:headEnd len="med" w="med" type="stealth"/>
              <a:tailEnd len="med" w="med" type="stealth"/>
            </a:ln>
          </p:spPr>
        </p:cxnSp>
        <p:sp>
          <p:nvSpPr>
            <p:cNvPr id="714" name="Google Shape;714;p40"/>
            <p:cNvSpPr txBox="1"/>
            <p:nvPr/>
          </p:nvSpPr>
          <p:spPr>
            <a:xfrm>
              <a:off x="4536516" y="1447434"/>
              <a:ext cx="599400" cy="169200"/>
            </a:xfrm>
            <a:prstGeom prst="rect">
              <a:avLst/>
            </a:prstGeom>
            <a:solidFill>
              <a:srgbClr val="FFFFFF"/>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cs" sz="1100" u="none" cap="none" strike="noStrike">
                  <a:solidFill>
                    <a:srgbClr val="000000"/>
                  </a:solidFill>
                  <a:latin typeface="Host Grotesk"/>
                  <a:ea typeface="Host Grotesk"/>
                  <a:cs typeface="Host Grotesk"/>
                  <a:sym typeface="Host Grotesk"/>
                </a:rPr>
                <a:t>2026</a:t>
              </a:r>
              <a:endParaRPr b="1" i="0" sz="1100" u="none" cap="none" strike="noStrike">
                <a:solidFill>
                  <a:srgbClr val="000000"/>
                </a:solidFill>
                <a:latin typeface="Host Grotesk"/>
                <a:ea typeface="Host Grotesk"/>
                <a:cs typeface="Host Grotesk"/>
                <a:sym typeface="Host Grotesk"/>
              </a:endParaRPr>
            </a:p>
          </p:txBody>
        </p:sp>
        <p:cxnSp>
          <p:nvCxnSpPr>
            <p:cNvPr id="715" name="Google Shape;715;p40"/>
            <p:cNvCxnSpPr/>
            <p:nvPr/>
          </p:nvCxnSpPr>
          <p:spPr>
            <a:xfrm flipH="1" rot="10800000">
              <a:off x="6784424" y="1537992"/>
              <a:ext cx="2017500" cy="1200"/>
            </a:xfrm>
            <a:prstGeom prst="straightConnector1">
              <a:avLst/>
            </a:prstGeom>
            <a:noFill/>
            <a:ln cap="flat" cmpd="sng" w="9525">
              <a:solidFill>
                <a:srgbClr val="B3B3B3"/>
              </a:solidFill>
              <a:prstDash val="solid"/>
              <a:round/>
              <a:headEnd len="med" w="med" type="stealth"/>
              <a:tailEnd len="med" w="med" type="stealth"/>
            </a:ln>
          </p:spPr>
        </p:cxnSp>
        <p:sp>
          <p:nvSpPr>
            <p:cNvPr id="716" name="Google Shape;716;p40"/>
            <p:cNvSpPr txBox="1"/>
            <p:nvPr/>
          </p:nvSpPr>
          <p:spPr>
            <a:xfrm>
              <a:off x="7537016" y="1459938"/>
              <a:ext cx="599400" cy="169200"/>
            </a:xfrm>
            <a:prstGeom prst="rect">
              <a:avLst/>
            </a:prstGeom>
            <a:solidFill>
              <a:srgbClr val="FFFFFF"/>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cs" sz="1100" u="none" cap="none" strike="noStrike">
                  <a:solidFill>
                    <a:srgbClr val="000000"/>
                  </a:solidFill>
                  <a:latin typeface="Host Grotesk"/>
                  <a:ea typeface="Host Grotesk"/>
                  <a:cs typeface="Host Grotesk"/>
                  <a:sym typeface="Host Grotesk"/>
                </a:rPr>
                <a:t>2027</a:t>
              </a:r>
              <a:endParaRPr b="1" i="0" sz="1100" u="none" cap="none" strike="noStrike">
                <a:solidFill>
                  <a:srgbClr val="000000"/>
                </a:solidFill>
                <a:latin typeface="Host Grotesk"/>
                <a:ea typeface="Host Grotesk"/>
                <a:cs typeface="Host Grotesk"/>
                <a:sym typeface="Host Grotesk"/>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41"/>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Práce s tabulkou</a:t>
            </a:r>
            <a:endParaRPr/>
          </a:p>
        </p:txBody>
      </p:sp>
      <p:sp>
        <p:nvSpPr>
          <p:cNvPr id="722" name="Google Shape;722;p41"/>
          <p:cNvSpPr txBox="1"/>
          <p:nvPr>
            <p:ph idx="4294967295" type="subTitle"/>
          </p:nvPr>
        </p:nvSpPr>
        <p:spPr>
          <a:xfrm>
            <a:off x="450000" y="1515075"/>
            <a:ext cx="8121900" cy="3420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0" lang="cs" sz="1215"/>
              <a:t>Pro zajištění jednotného vizuálního stylu v prezentacích Logio je potřeba vytvářet tabulky a grafy prostřednictvím připravené šablony v Google Sheets. </a:t>
            </a:r>
            <a:endParaRPr b="0" sz="1215"/>
          </a:p>
          <a:p>
            <a:pPr indent="0" lvl="0" marL="0" rtl="0" algn="l">
              <a:lnSpc>
                <a:spcPct val="115000"/>
              </a:lnSpc>
              <a:spcBef>
                <a:spcPts val="1400"/>
              </a:spcBef>
              <a:spcAft>
                <a:spcPts val="0"/>
              </a:spcAft>
              <a:buNone/>
            </a:pPr>
            <a:r>
              <a:rPr lang="cs" sz="1400"/>
              <a:t>Postup</a:t>
            </a:r>
            <a:endParaRPr sz="1400"/>
          </a:p>
          <a:p>
            <a:pPr indent="-304800" lvl="0" marL="457200" rtl="0" algn="l">
              <a:lnSpc>
                <a:spcPct val="115000"/>
              </a:lnSpc>
              <a:spcBef>
                <a:spcPts val="1200"/>
              </a:spcBef>
              <a:spcAft>
                <a:spcPts val="0"/>
              </a:spcAft>
              <a:buClr>
                <a:schemeClr val="dk1"/>
              </a:buClr>
              <a:buSzPts val="1200"/>
              <a:buFont typeface="Arial"/>
              <a:buChar char=""/>
            </a:pPr>
            <a:r>
              <a:rPr lang="cs" sz="1200"/>
              <a:t>Otevři připravený Google Sheets soubor (Timesaver)</a:t>
            </a:r>
            <a:br>
              <a:rPr lang="cs" sz="1200"/>
            </a:br>
            <a:r>
              <a:rPr b="0" lang="cs" sz="1200"/>
              <a:t> Soubor obsahuje:</a:t>
            </a:r>
            <a:endParaRPr b="0" sz="1200"/>
          </a:p>
          <a:p>
            <a:pPr indent="-304800" lvl="1" marL="914400" rtl="0" algn="l">
              <a:spcBef>
                <a:spcPts val="0"/>
              </a:spcBef>
              <a:spcAft>
                <a:spcPts val="0"/>
              </a:spcAft>
              <a:buClr>
                <a:schemeClr val="dk1"/>
              </a:buClr>
              <a:buSzPts val="1200"/>
              <a:buFont typeface="Host Grotesk"/>
              <a:buChar char=""/>
            </a:pPr>
            <a:r>
              <a:rPr lang="cs" sz="1200">
                <a:solidFill>
                  <a:schemeClr val="dk1"/>
                </a:solidFill>
                <a:latin typeface="Host Grotesk"/>
                <a:ea typeface="Host Grotesk"/>
                <a:cs typeface="Host Grotesk"/>
                <a:sym typeface="Host Grotesk"/>
              </a:rPr>
              <a:t>List 1: Nastylovaná tabulka</a:t>
            </a:r>
            <a:endParaRPr sz="1200">
              <a:solidFill>
                <a:schemeClr val="dk1"/>
              </a:solidFill>
              <a:latin typeface="Host Grotesk"/>
              <a:ea typeface="Host Grotesk"/>
              <a:cs typeface="Host Grotesk"/>
              <a:sym typeface="Host Grotesk"/>
            </a:endParaRPr>
          </a:p>
          <a:p>
            <a:pPr indent="-304800" lvl="1" marL="914400" rtl="0" algn="l">
              <a:spcBef>
                <a:spcPts val="0"/>
              </a:spcBef>
              <a:spcAft>
                <a:spcPts val="0"/>
              </a:spcAft>
              <a:buClr>
                <a:schemeClr val="dk1"/>
              </a:buClr>
              <a:buSzPts val="1200"/>
              <a:buFont typeface="Host Grotesk"/>
              <a:buChar char=""/>
            </a:pPr>
            <a:r>
              <a:rPr lang="cs" sz="1200">
                <a:solidFill>
                  <a:schemeClr val="dk1"/>
                </a:solidFill>
                <a:latin typeface="Host Grotesk"/>
                <a:ea typeface="Host Grotesk"/>
                <a:cs typeface="Host Grotesk"/>
                <a:sym typeface="Host Grotesk"/>
              </a:rPr>
              <a:t>List 2: Ukázky a šablony grafů</a:t>
            </a:r>
            <a:endParaRPr sz="1200">
              <a:solidFill>
                <a:schemeClr val="dk1"/>
              </a:solidFill>
              <a:latin typeface="Host Grotesk"/>
              <a:ea typeface="Host Grotesk"/>
              <a:cs typeface="Host Grotesk"/>
              <a:sym typeface="Host Grotesk"/>
            </a:endParaRPr>
          </a:p>
          <a:p>
            <a:pPr indent="-304800" lvl="0" marL="457200" rtl="0" algn="l">
              <a:lnSpc>
                <a:spcPct val="115000"/>
              </a:lnSpc>
              <a:spcBef>
                <a:spcPts val="0"/>
              </a:spcBef>
              <a:spcAft>
                <a:spcPts val="0"/>
              </a:spcAft>
              <a:buClr>
                <a:schemeClr val="dk1"/>
              </a:buClr>
              <a:buSzPts val="1200"/>
              <a:buFont typeface="Arial"/>
              <a:buChar char=""/>
            </a:pPr>
            <a:r>
              <a:rPr lang="cs" sz="1200"/>
              <a:t>Vytvoř si vlastní kopii souboru</a:t>
            </a:r>
            <a:br>
              <a:rPr lang="cs" sz="1200"/>
            </a:br>
            <a:r>
              <a:rPr b="0" lang="cs" sz="1200"/>
              <a:t> (Soubor → Vytvořit kopii)</a:t>
            </a:r>
            <a:br>
              <a:rPr b="0" lang="cs" sz="1200"/>
            </a:br>
            <a:r>
              <a:rPr b="0" lang="cs" sz="1200"/>
              <a:t> → Pracuj vždy ve své kopii, nikdy neupravuj původní šablonu.</a:t>
            </a:r>
            <a:endParaRPr b="0" sz="1200"/>
          </a:p>
          <a:p>
            <a:pPr indent="-304800" lvl="0" marL="457200" rtl="0" algn="l">
              <a:lnSpc>
                <a:spcPct val="115000"/>
              </a:lnSpc>
              <a:spcBef>
                <a:spcPts val="0"/>
              </a:spcBef>
              <a:spcAft>
                <a:spcPts val="0"/>
              </a:spcAft>
              <a:buClr>
                <a:schemeClr val="dk1"/>
              </a:buClr>
              <a:buSzPts val="1200"/>
              <a:buFont typeface="Host Grotesk"/>
              <a:buChar char=""/>
            </a:pPr>
            <a:r>
              <a:rPr lang="cs" sz="1200"/>
              <a:t>Doplň vlastní data</a:t>
            </a:r>
            <a:endParaRPr sz="1200"/>
          </a:p>
          <a:p>
            <a:pPr indent="-304800" lvl="1" marL="914400" rtl="0" algn="l">
              <a:spcBef>
                <a:spcPts val="0"/>
              </a:spcBef>
              <a:spcAft>
                <a:spcPts val="0"/>
              </a:spcAft>
              <a:buClr>
                <a:schemeClr val="dk1"/>
              </a:buClr>
              <a:buSzPts val="1200"/>
              <a:buFont typeface="Host Grotesk"/>
              <a:buChar char=""/>
            </a:pPr>
            <a:r>
              <a:rPr lang="cs" sz="1200">
                <a:solidFill>
                  <a:schemeClr val="dk1"/>
                </a:solidFill>
                <a:latin typeface="Host Grotesk"/>
                <a:ea typeface="Host Grotesk"/>
                <a:cs typeface="Host Grotesk"/>
                <a:sym typeface="Host Grotesk"/>
              </a:rPr>
              <a:t>Zachovej strukturu tabulky</a:t>
            </a:r>
            <a:endParaRPr sz="1200">
              <a:solidFill>
                <a:schemeClr val="dk1"/>
              </a:solidFill>
              <a:latin typeface="Host Grotesk"/>
              <a:ea typeface="Host Grotesk"/>
              <a:cs typeface="Host Grotesk"/>
              <a:sym typeface="Host Grotesk"/>
            </a:endParaRPr>
          </a:p>
          <a:p>
            <a:pPr indent="-304800" lvl="1" marL="914400" rtl="0" algn="l">
              <a:spcBef>
                <a:spcPts val="0"/>
              </a:spcBef>
              <a:spcAft>
                <a:spcPts val="0"/>
              </a:spcAft>
              <a:buClr>
                <a:schemeClr val="dk1"/>
              </a:buClr>
              <a:buSzPts val="1200"/>
              <a:buFont typeface="Host Grotesk"/>
              <a:buChar char=""/>
            </a:pPr>
            <a:r>
              <a:rPr lang="cs" sz="1200">
                <a:solidFill>
                  <a:schemeClr val="dk1"/>
                </a:solidFill>
                <a:latin typeface="Host Grotesk"/>
                <a:ea typeface="Host Grotesk"/>
                <a:cs typeface="Host Grotesk"/>
                <a:sym typeface="Host Grotesk"/>
              </a:rPr>
              <a:t>Přepisuj pouze hodnoty</a:t>
            </a:r>
            <a:endParaRPr sz="1200">
              <a:solidFill>
                <a:schemeClr val="dk1"/>
              </a:solidFill>
              <a:latin typeface="Host Grotesk"/>
              <a:ea typeface="Host Grotesk"/>
              <a:cs typeface="Host Grotesk"/>
              <a:sym typeface="Host Grotesk"/>
            </a:endParaRPr>
          </a:p>
          <a:p>
            <a:pPr indent="-304800" lvl="1" marL="914400" rtl="0" algn="l">
              <a:spcBef>
                <a:spcPts val="0"/>
              </a:spcBef>
              <a:spcAft>
                <a:spcPts val="0"/>
              </a:spcAft>
              <a:buClr>
                <a:schemeClr val="dk1"/>
              </a:buClr>
              <a:buSzPts val="1200"/>
              <a:buFont typeface="Host Grotesk"/>
              <a:buChar char=""/>
            </a:pPr>
            <a:r>
              <a:rPr lang="cs" sz="1200">
                <a:solidFill>
                  <a:schemeClr val="dk1"/>
                </a:solidFill>
                <a:latin typeface="Host Grotesk"/>
                <a:ea typeface="Host Grotesk"/>
                <a:cs typeface="Host Grotesk"/>
                <a:sym typeface="Host Grotesk"/>
              </a:rPr>
              <a:t>Neměň stylování (barvy, fonty, formátování)</a:t>
            </a:r>
            <a:endParaRPr sz="1400"/>
          </a:p>
        </p:txBody>
      </p:sp>
      <p:sp>
        <p:nvSpPr>
          <p:cNvPr id="723" name="Google Shape;723;p41"/>
          <p:cNvSpPr/>
          <p:nvPr/>
        </p:nvSpPr>
        <p:spPr>
          <a:xfrm>
            <a:off x="6366425" y="543450"/>
            <a:ext cx="2315400" cy="334200"/>
          </a:xfrm>
          <a:prstGeom prst="roundRect">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cs" sz="1200" u="sng">
                <a:solidFill>
                  <a:schemeClr val="hlink"/>
                </a:solidFill>
                <a:latin typeface="Host Grotesk SemiBold"/>
                <a:ea typeface="Host Grotesk SemiBold"/>
                <a:cs typeface="Host Grotesk SemiBold"/>
                <a:sym typeface="Host Grotesk SemiBold"/>
                <a:hlinkClick r:id="rId3"/>
              </a:rPr>
              <a:t>Odkaz na </a:t>
            </a:r>
            <a:r>
              <a:rPr lang="cs" sz="1200" u="sng">
                <a:solidFill>
                  <a:schemeClr val="hlink"/>
                </a:solidFill>
                <a:latin typeface="Host Grotesk SemiBold"/>
                <a:ea typeface="Host Grotesk SemiBold"/>
                <a:cs typeface="Host Grotesk SemiBold"/>
                <a:sym typeface="Host Grotesk SemiBold"/>
                <a:hlinkClick r:id="rId4"/>
              </a:rPr>
              <a:t>google</a:t>
            </a:r>
            <a:r>
              <a:rPr lang="cs" sz="1200" u="sng">
                <a:solidFill>
                  <a:schemeClr val="hlink"/>
                </a:solidFill>
                <a:latin typeface="Host Grotesk SemiBold"/>
                <a:ea typeface="Host Grotesk SemiBold"/>
                <a:cs typeface="Host Grotesk SemiBold"/>
                <a:sym typeface="Host Grotesk SemiBold"/>
                <a:hlinkClick r:id="rId5"/>
              </a:rPr>
              <a:t> sheets</a:t>
            </a:r>
            <a:endParaRPr sz="1200">
              <a:latin typeface="Host Grotesk SemiBold"/>
              <a:ea typeface="Host Grotesk SemiBold"/>
              <a:cs typeface="Host Grotesk SemiBold"/>
              <a:sym typeface="Host Grotesk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2"/>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Práce s tabulkou</a:t>
            </a:r>
            <a:endParaRPr/>
          </a:p>
        </p:txBody>
      </p:sp>
      <p:sp>
        <p:nvSpPr>
          <p:cNvPr id="729" name="Google Shape;729;p42"/>
          <p:cNvSpPr txBox="1"/>
          <p:nvPr>
            <p:ph idx="4294967295" type="subTitle"/>
          </p:nvPr>
        </p:nvSpPr>
        <p:spPr>
          <a:xfrm>
            <a:off x="450000" y="1536301"/>
            <a:ext cx="8121900" cy="3062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cs" sz="1200">
                <a:solidFill>
                  <a:schemeClr val="dk1"/>
                </a:solidFill>
                <a:latin typeface="Host Grotesk"/>
                <a:ea typeface="Host Grotesk"/>
                <a:cs typeface="Host Grotesk"/>
                <a:sym typeface="Host Grotesk"/>
              </a:rPr>
              <a:t>Použij připravené grafy</a:t>
            </a:r>
            <a:endParaRPr b="1" sz="1200">
              <a:solidFill>
                <a:schemeClr val="dk1"/>
              </a:solidFill>
              <a:latin typeface="Host Grotesk"/>
              <a:ea typeface="Host Grotesk"/>
              <a:cs typeface="Host Grotesk"/>
              <a:sym typeface="Host Grotesk"/>
            </a:endParaRPr>
          </a:p>
          <a:p>
            <a:pPr indent="-298450" lvl="1" marL="914400" rtl="0" algn="l">
              <a:spcBef>
                <a:spcPts val="1200"/>
              </a:spcBef>
              <a:spcAft>
                <a:spcPts val="0"/>
              </a:spcAft>
              <a:buClr>
                <a:schemeClr val="dk1"/>
              </a:buClr>
              <a:buSzPts val="1100"/>
              <a:buFont typeface="Host Grotesk"/>
              <a:buChar char=""/>
            </a:pPr>
            <a:r>
              <a:rPr lang="cs" sz="1100">
                <a:solidFill>
                  <a:schemeClr val="dk1"/>
                </a:solidFill>
              </a:rPr>
              <a:t>Vyber typ grafu odpovídající datům</a:t>
            </a:r>
            <a:endParaRPr sz="1100">
              <a:solidFill>
                <a:schemeClr val="dk1"/>
              </a:solidFill>
            </a:endParaRPr>
          </a:p>
          <a:p>
            <a:pPr indent="-298450" lvl="1" marL="914400" rtl="0" algn="l">
              <a:spcBef>
                <a:spcPts val="0"/>
              </a:spcBef>
              <a:spcAft>
                <a:spcPts val="0"/>
              </a:spcAft>
              <a:buClr>
                <a:schemeClr val="dk1"/>
              </a:buClr>
              <a:buSzPts val="1100"/>
              <a:buFont typeface="Host Grotesk"/>
              <a:buChar char=""/>
            </a:pPr>
            <a:r>
              <a:rPr lang="cs" sz="1100">
                <a:solidFill>
                  <a:schemeClr val="dk1"/>
                </a:solidFill>
              </a:rPr>
              <a:t>Aktualizuj zdrojová data v tabulce</a:t>
            </a:r>
            <a:endParaRPr sz="1100">
              <a:solidFill>
                <a:schemeClr val="dk1"/>
              </a:solidFill>
            </a:endParaRPr>
          </a:p>
          <a:p>
            <a:pPr indent="-298450" lvl="1" marL="914400" rtl="0" algn="l">
              <a:spcBef>
                <a:spcPts val="0"/>
              </a:spcBef>
              <a:spcAft>
                <a:spcPts val="0"/>
              </a:spcAft>
              <a:buClr>
                <a:schemeClr val="dk1"/>
              </a:buClr>
              <a:buSzPts val="1100"/>
              <a:buFont typeface="Host Grotesk"/>
              <a:buChar char=""/>
            </a:pPr>
            <a:r>
              <a:rPr lang="cs" sz="1100">
                <a:solidFill>
                  <a:schemeClr val="dk1"/>
                </a:solidFill>
              </a:rPr>
              <a:t>Graf se automaticky přizpůsobí</a:t>
            </a:r>
            <a:endParaRPr sz="1100">
              <a:solidFill>
                <a:schemeClr val="dk1"/>
              </a:solidFill>
            </a:endParaRPr>
          </a:p>
          <a:p>
            <a:pPr indent="0" lvl="0" marL="0" rtl="0" algn="l">
              <a:spcBef>
                <a:spcPts val="1200"/>
              </a:spcBef>
              <a:spcAft>
                <a:spcPts val="0"/>
              </a:spcAft>
              <a:buNone/>
            </a:pPr>
            <a:r>
              <a:rPr b="1" lang="cs" sz="1200">
                <a:solidFill>
                  <a:schemeClr val="dk1"/>
                </a:solidFill>
                <a:latin typeface="Host Grotesk"/>
                <a:ea typeface="Host Grotesk"/>
                <a:cs typeface="Host Grotesk"/>
                <a:sym typeface="Host Grotesk"/>
              </a:rPr>
              <a:t>Zkopíruj výstup do Google Slides</a:t>
            </a:r>
            <a:endParaRPr b="1" sz="1200">
              <a:solidFill>
                <a:schemeClr val="dk1"/>
              </a:solidFill>
              <a:latin typeface="Host Grotesk"/>
              <a:ea typeface="Host Grotesk"/>
              <a:cs typeface="Host Grotesk"/>
              <a:sym typeface="Host Grotesk"/>
            </a:endParaRPr>
          </a:p>
          <a:p>
            <a:pPr indent="-298450" lvl="1" marL="914400" rtl="0" algn="l">
              <a:spcBef>
                <a:spcPts val="1200"/>
              </a:spcBef>
              <a:spcAft>
                <a:spcPts val="0"/>
              </a:spcAft>
              <a:buClr>
                <a:schemeClr val="dk1"/>
              </a:buClr>
              <a:buSzPts val="1100"/>
              <a:buFont typeface="Host Grotesk"/>
              <a:buChar char=""/>
            </a:pPr>
            <a:r>
              <a:rPr lang="cs" sz="1100">
                <a:solidFill>
                  <a:schemeClr val="dk1"/>
                </a:solidFill>
              </a:rPr>
              <a:t>Označ tabulku nebo graf</a:t>
            </a:r>
            <a:endParaRPr sz="1100">
              <a:solidFill>
                <a:schemeClr val="dk1"/>
              </a:solidFill>
            </a:endParaRPr>
          </a:p>
          <a:p>
            <a:pPr indent="-298450" lvl="1" marL="914400" rtl="0" algn="l">
              <a:spcBef>
                <a:spcPts val="0"/>
              </a:spcBef>
              <a:spcAft>
                <a:spcPts val="0"/>
              </a:spcAft>
              <a:buClr>
                <a:schemeClr val="dk1"/>
              </a:buClr>
              <a:buSzPts val="1100"/>
              <a:buFont typeface="Host Grotesk"/>
              <a:buChar char=""/>
            </a:pPr>
            <a:r>
              <a:rPr lang="cs" sz="1100">
                <a:solidFill>
                  <a:schemeClr val="dk1"/>
                </a:solidFill>
              </a:rPr>
              <a:t>Zkopíruj (Ctrl/Cmd + C)</a:t>
            </a:r>
            <a:endParaRPr sz="1100">
              <a:solidFill>
                <a:schemeClr val="dk1"/>
              </a:solidFill>
            </a:endParaRPr>
          </a:p>
          <a:p>
            <a:pPr indent="-298450" lvl="1" marL="914400" rtl="0" algn="l">
              <a:spcBef>
                <a:spcPts val="0"/>
              </a:spcBef>
              <a:spcAft>
                <a:spcPts val="0"/>
              </a:spcAft>
              <a:buClr>
                <a:schemeClr val="dk1"/>
              </a:buClr>
              <a:buSzPts val="1100"/>
              <a:buFont typeface="Host Grotesk"/>
              <a:buChar char=""/>
            </a:pPr>
            <a:r>
              <a:rPr lang="cs" sz="1100">
                <a:solidFill>
                  <a:schemeClr val="dk1"/>
                </a:solidFill>
              </a:rPr>
              <a:t>Vlož do prezentace (Ctrl/Cmd + V)</a:t>
            </a:r>
            <a:endParaRPr sz="1100">
              <a:solidFill>
                <a:schemeClr val="dk1"/>
              </a:solidFill>
            </a:endParaRPr>
          </a:p>
          <a:p>
            <a:pPr indent="0" lvl="0" marL="0" rtl="0" algn="l">
              <a:spcBef>
                <a:spcPts val="1200"/>
              </a:spcBef>
              <a:spcAft>
                <a:spcPts val="0"/>
              </a:spcAft>
              <a:buNone/>
            </a:pPr>
            <a:r>
              <a:rPr b="1" lang="cs" sz="1200">
                <a:solidFill>
                  <a:schemeClr val="dk1"/>
                </a:solidFill>
                <a:latin typeface="Host Grotesk"/>
                <a:ea typeface="Host Grotesk"/>
                <a:cs typeface="Host Grotesk"/>
                <a:sym typeface="Host Grotesk"/>
              </a:rPr>
              <a:t>Propojení se zdrojem (doporučeno)</a:t>
            </a:r>
            <a:endParaRPr b="1" sz="1200">
              <a:solidFill>
                <a:schemeClr val="dk1"/>
              </a:solidFill>
              <a:latin typeface="Host Grotesk"/>
              <a:ea typeface="Host Grotesk"/>
              <a:cs typeface="Host Grotesk"/>
              <a:sym typeface="Host Grotesk"/>
            </a:endParaRPr>
          </a:p>
          <a:p>
            <a:pPr indent="-298450" lvl="1" marL="914400" rtl="0" algn="l">
              <a:spcBef>
                <a:spcPts val="1200"/>
              </a:spcBef>
              <a:spcAft>
                <a:spcPts val="0"/>
              </a:spcAft>
              <a:buClr>
                <a:schemeClr val="dk1"/>
              </a:buClr>
              <a:buSzPts val="1100"/>
              <a:buFont typeface="Host Grotesk"/>
              <a:buChar char=""/>
            </a:pPr>
            <a:r>
              <a:rPr lang="cs" sz="1100">
                <a:solidFill>
                  <a:schemeClr val="dk1"/>
                </a:solidFill>
              </a:rPr>
              <a:t>Při vložení zvol „Propojit se zdrojem“</a:t>
            </a:r>
            <a:endParaRPr sz="1100">
              <a:solidFill>
                <a:schemeClr val="dk1"/>
              </a:solidFill>
            </a:endParaRPr>
          </a:p>
          <a:p>
            <a:pPr indent="-298450" lvl="1" marL="914400" rtl="0" algn="l">
              <a:spcBef>
                <a:spcPts val="0"/>
              </a:spcBef>
              <a:spcAft>
                <a:spcPts val="0"/>
              </a:spcAft>
              <a:buClr>
                <a:schemeClr val="dk1"/>
              </a:buClr>
              <a:buSzPts val="1100"/>
              <a:buFont typeface="Host Grotesk"/>
              <a:buChar char=""/>
            </a:pPr>
            <a:r>
              <a:rPr lang="cs" sz="1100">
                <a:solidFill>
                  <a:schemeClr val="dk1"/>
                </a:solidFill>
              </a:rPr>
              <a:t>Umožní pozdější aktualizaci dat přímo ze Sheets</a:t>
            </a:r>
            <a:endParaRPr b="1" sz="1115">
              <a:solidFill>
                <a:schemeClr val="dk1"/>
              </a:solidFill>
            </a:endParaRPr>
          </a:p>
        </p:txBody>
      </p:sp>
      <p:sp>
        <p:nvSpPr>
          <p:cNvPr id="730" name="Google Shape;730;p42"/>
          <p:cNvSpPr/>
          <p:nvPr/>
        </p:nvSpPr>
        <p:spPr>
          <a:xfrm>
            <a:off x="6366425" y="543450"/>
            <a:ext cx="2315400" cy="334200"/>
          </a:xfrm>
          <a:prstGeom prst="roundRect">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cs" sz="1200" u="sng">
                <a:solidFill>
                  <a:schemeClr val="hlink"/>
                </a:solidFill>
                <a:latin typeface="Host Grotesk SemiBold"/>
                <a:ea typeface="Host Grotesk SemiBold"/>
                <a:cs typeface="Host Grotesk SemiBold"/>
                <a:sym typeface="Host Grotesk SemiBold"/>
                <a:hlinkClick r:id="rId3"/>
              </a:rPr>
              <a:t>Odkaz na google sheets</a:t>
            </a:r>
            <a:endParaRPr sz="1200">
              <a:latin typeface="Host Grotesk SemiBold"/>
              <a:ea typeface="Host Grotesk SemiBold"/>
              <a:cs typeface="Host Grotesk SemiBold"/>
              <a:sym typeface="Host Grotesk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43"/>
          <p:cNvSpPr txBox="1"/>
          <p:nvPr/>
        </p:nvSpPr>
        <p:spPr>
          <a:xfrm>
            <a:off x="409525" y="221074"/>
            <a:ext cx="8467500" cy="954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None/>
            </a:pPr>
            <a:r>
              <a:rPr b="1" lang="cs" sz="3700">
                <a:solidFill>
                  <a:srgbClr val="000000"/>
                </a:solidFill>
                <a:latin typeface="Host Grotesk"/>
                <a:ea typeface="Host Grotesk"/>
                <a:cs typeface="Host Grotesk"/>
                <a:sym typeface="Host Grotesk"/>
              </a:rPr>
              <a:t>Tabulka</a:t>
            </a:r>
            <a:endParaRPr b="1" sz="3700">
              <a:solidFill>
                <a:srgbClr val="000000"/>
              </a:solidFill>
              <a:latin typeface="Host Grotesk"/>
              <a:ea typeface="Host Grotesk"/>
              <a:cs typeface="Host Grotesk"/>
              <a:sym typeface="Host Grotesk"/>
            </a:endParaRPr>
          </a:p>
        </p:txBody>
      </p:sp>
      <p:graphicFrame>
        <p:nvGraphicFramePr>
          <p:cNvPr id="736" name="Google Shape;736;p43"/>
          <p:cNvGraphicFramePr/>
          <p:nvPr/>
        </p:nvGraphicFramePr>
        <p:xfrm>
          <a:off x="409525" y="1829453"/>
          <a:ext cx="3000000" cy="3000000"/>
        </p:xfrm>
        <a:graphic>
          <a:graphicData uri="http://schemas.openxmlformats.org/drawingml/2006/table">
            <a:tbl>
              <a:tblPr>
                <a:noFill/>
                <a:tableStyleId>{7C43D7AE-3FF2-45B7-B6CC-C6D00D6F81F2}</a:tableStyleId>
              </a:tblPr>
              <a:tblGrid>
                <a:gridCol w="1811100"/>
                <a:gridCol w="4711300"/>
                <a:gridCol w="1847800"/>
              </a:tblGrid>
              <a:tr h="428625">
                <a:tc>
                  <a:txBody>
                    <a:bodyPr/>
                    <a:lstStyle/>
                    <a:p>
                      <a:pPr indent="0" lvl="0" marL="0" rtl="0" algn="l">
                        <a:lnSpc>
                          <a:spcPct val="115000"/>
                        </a:lnSpc>
                        <a:spcBef>
                          <a:spcPts val="0"/>
                        </a:spcBef>
                        <a:spcAft>
                          <a:spcPts val="0"/>
                        </a:spcAft>
                        <a:buNone/>
                      </a:pPr>
                      <a:r>
                        <a:rPr b="1" lang="cs" sz="1500">
                          <a:latin typeface="Host Grotesk"/>
                          <a:ea typeface="Host Grotesk"/>
                          <a:cs typeface="Host Grotesk"/>
                          <a:sym typeface="Host Grotesk"/>
                        </a:rPr>
                        <a:t>Category</a:t>
                      </a:r>
                      <a:endParaRPr b="1" sz="1500">
                        <a:latin typeface="Host Grotesk"/>
                        <a:ea typeface="Host Grotesk"/>
                        <a:cs typeface="Host Grotesk"/>
                        <a:sym typeface="Host Grotesk"/>
                      </a:endParaRPr>
                    </a:p>
                  </a:txBody>
                  <a:tcPr marT="19050" marB="19050" marR="28575" marL="28575" anchor="ctr">
                    <a:solidFill>
                      <a:srgbClr val="FFFFFF"/>
                    </a:solidFill>
                  </a:tcPr>
                </a:tc>
                <a:tc>
                  <a:txBody>
                    <a:bodyPr/>
                    <a:lstStyle/>
                    <a:p>
                      <a:pPr indent="0" lvl="0" marL="0" rtl="0" algn="l">
                        <a:lnSpc>
                          <a:spcPct val="115000"/>
                        </a:lnSpc>
                        <a:spcBef>
                          <a:spcPts val="0"/>
                        </a:spcBef>
                        <a:spcAft>
                          <a:spcPts val="0"/>
                        </a:spcAft>
                        <a:buNone/>
                      </a:pPr>
                      <a:r>
                        <a:rPr b="1" lang="cs" sz="1500">
                          <a:latin typeface="Host Grotesk"/>
                          <a:ea typeface="Host Grotesk"/>
                          <a:cs typeface="Host Grotesk"/>
                          <a:sym typeface="Host Grotesk"/>
                        </a:rPr>
                        <a:t>Detail</a:t>
                      </a:r>
                      <a:endParaRPr b="1" sz="1500">
                        <a:latin typeface="Host Grotesk"/>
                        <a:ea typeface="Host Grotesk"/>
                        <a:cs typeface="Host Grotesk"/>
                        <a:sym typeface="Host Grotesk"/>
                      </a:endParaRPr>
                    </a:p>
                  </a:txBody>
                  <a:tcPr marT="19050" marB="19050" marR="28575" marL="28575" anchor="ctr">
                    <a:solidFill>
                      <a:srgbClr val="FFFFFF"/>
                    </a:solidFill>
                  </a:tcPr>
                </a:tc>
                <a:tc>
                  <a:txBody>
                    <a:bodyPr/>
                    <a:lstStyle/>
                    <a:p>
                      <a:pPr indent="0" lvl="0" marL="0" rtl="0" algn="r">
                        <a:lnSpc>
                          <a:spcPct val="115000"/>
                        </a:lnSpc>
                        <a:spcBef>
                          <a:spcPts val="0"/>
                        </a:spcBef>
                        <a:spcAft>
                          <a:spcPts val="0"/>
                        </a:spcAft>
                        <a:buNone/>
                      </a:pPr>
                      <a:r>
                        <a:rPr b="1" lang="cs" sz="1500">
                          <a:latin typeface="Host Grotesk"/>
                          <a:ea typeface="Host Grotesk"/>
                          <a:cs typeface="Host Grotesk"/>
                          <a:sym typeface="Host Grotesk"/>
                        </a:rPr>
                        <a:t>Price (Kč)</a:t>
                      </a:r>
                      <a:endParaRPr b="1" sz="1500">
                        <a:latin typeface="Host Grotesk"/>
                        <a:ea typeface="Host Grotesk"/>
                        <a:cs typeface="Host Grotesk"/>
                        <a:sym typeface="Host Grotesk"/>
                      </a:endParaRPr>
                    </a:p>
                  </a:txBody>
                  <a:tcPr marT="19050" marB="19050" marR="28575" marL="28575" anchor="ctr">
                    <a:solidFill>
                      <a:srgbClr val="FFFFFF"/>
                    </a:solidFill>
                  </a:tcPr>
                </a:tc>
              </a:tr>
              <a:tr h="323850">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Analysis</a:t>
                      </a:r>
                      <a:endParaRPr sz="1200">
                        <a:latin typeface="Host Grotesk"/>
                        <a:ea typeface="Host Grotesk"/>
                        <a:cs typeface="Host Grotesk"/>
                        <a:sym typeface="Host Grotesk"/>
                      </a:endParaRPr>
                    </a:p>
                  </a:txBody>
                  <a:tcPr marT="19050" marB="19050" marR="28575" marL="28575" anchor="b">
                    <a:solidFill>
                      <a:srgbClr val="F3F3F3"/>
                    </a:solidFill>
                  </a:tcPr>
                </a:tc>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Prior Project Details Analysis</a:t>
                      </a:r>
                      <a:endParaRPr sz="1200">
                        <a:latin typeface="Host Grotesk"/>
                        <a:ea typeface="Host Grotesk"/>
                        <a:cs typeface="Host Grotesk"/>
                        <a:sym typeface="Host Grotesk"/>
                      </a:endParaRPr>
                    </a:p>
                  </a:txBody>
                  <a:tcPr marT="19050" marB="19050" marR="28575" marL="28575" anchor="b">
                    <a:solidFill>
                      <a:srgbClr val="F3F3F3"/>
                    </a:solidFill>
                  </a:tcPr>
                </a:tc>
                <a:tc>
                  <a:txBody>
                    <a:bodyPr/>
                    <a:lstStyle/>
                    <a:p>
                      <a:pPr indent="0" lvl="0" marL="0" rtl="0" algn="r">
                        <a:lnSpc>
                          <a:spcPct val="115000"/>
                        </a:lnSpc>
                        <a:spcBef>
                          <a:spcPts val="0"/>
                        </a:spcBef>
                        <a:spcAft>
                          <a:spcPts val="0"/>
                        </a:spcAft>
                        <a:buNone/>
                      </a:pPr>
                      <a:r>
                        <a:rPr b="1" lang="cs" sz="1200">
                          <a:solidFill>
                            <a:srgbClr val="7EBB06"/>
                          </a:solidFill>
                          <a:latin typeface="Host Grotesk"/>
                          <a:ea typeface="Host Grotesk"/>
                          <a:cs typeface="Host Grotesk"/>
                          <a:sym typeface="Host Grotesk"/>
                        </a:rPr>
                        <a:t>600 000</a:t>
                      </a:r>
                      <a:endParaRPr b="1" sz="1200">
                        <a:solidFill>
                          <a:srgbClr val="7EBB06"/>
                        </a:solidFill>
                        <a:latin typeface="Host Grotesk"/>
                        <a:ea typeface="Host Grotesk"/>
                        <a:cs typeface="Host Grotesk"/>
                        <a:sym typeface="Host Grotesk"/>
                      </a:endParaRPr>
                    </a:p>
                  </a:txBody>
                  <a:tcPr marT="19050" marB="19050" marR="28575" marL="28575" anchor="b">
                    <a:solidFill>
                      <a:srgbClr val="F3F3F3"/>
                    </a:solidFill>
                  </a:tcPr>
                </a:tc>
              </a:tr>
              <a:tr h="323850">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PW update</a:t>
                      </a:r>
                      <a:endParaRPr sz="1200">
                        <a:latin typeface="Host Grotesk"/>
                        <a:ea typeface="Host Grotesk"/>
                        <a:cs typeface="Host Grotesk"/>
                        <a:sym typeface="Host Grotesk"/>
                      </a:endParaRPr>
                    </a:p>
                  </a:txBody>
                  <a:tcPr marT="19050" marB="19050" marR="28575" marL="28575" anchor="b">
                    <a:solidFill>
                      <a:srgbClr val="FFFFFF"/>
                    </a:solidFill>
                  </a:tcPr>
                </a:tc>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Data cleaning and PW extensions</a:t>
                      </a:r>
                      <a:endParaRPr sz="1200">
                        <a:latin typeface="Host Grotesk"/>
                        <a:ea typeface="Host Grotesk"/>
                        <a:cs typeface="Host Grotesk"/>
                        <a:sym typeface="Host Grotesk"/>
                      </a:endParaRPr>
                    </a:p>
                  </a:txBody>
                  <a:tcPr marT="19050" marB="19050" marR="28575" marL="28575" anchor="b">
                    <a:solidFill>
                      <a:srgbClr val="FFFFFF"/>
                    </a:solidFill>
                  </a:tcPr>
                </a:tc>
                <a:tc>
                  <a:txBody>
                    <a:bodyPr/>
                    <a:lstStyle/>
                    <a:p>
                      <a:pPr indent="0" lvl="0" marL="0" rtl="0" algn="r">
                        <a:lnSpc>
                          <a:spcPct val="115000"/>
                        </a:lnSpc>
                        <a:spcBef>
                          <a:spcPts val="0"/>
                        </a:spcBef>
                        <a:spcAft>
                          <a:spcPts val="0"/>
                        </a:spcAft>
                        <a:buNone/>
                      </a:pPr>
                      <a:r>
                        <a:rPr b="1" lang="cs" sz="1200">
                          <a:solidFill>
                            <a:srgbClr val="7EBB06"/>
                          </a:solidFill>
                          <a:latin typeface="Host Grotesk"/>
                          <a:ea typeface="Host Grotesk"/>
                          <a:cs typeface="Host Grotesk"/>
                          <a:sym typeface="Host Grotesk"/>
                        </a:rPr>
                        <a:t>800 000</a:t>
                      </a:r>
                      <a:endParaRPr b="1" sz="1200">
                        <a:solidFill>
                          <a:srgbClr val="7EBB06"/>
                        </a:solidFill>
                        <a:latin typeface="Host Grotesk"/>
                        <a:ea typeface="Host Grotesk"/>
                        <a:cs typeface="Host Grotesk"/>
                        <a:sym typeface="Host Grotesk"/>
                      </a:endParaRPr>
                    </a:p>
                  </a:txBody>
                  <a:tcPr marT="19050" marB="19050" marR="28575" marL="28575" anchor="b">
                    <a:solidFill>
                      <a:srgbClr val="FFFFFF"/>
                    </a:solidFill>
                  </a:tcPr>
                </a:tc>
              </a:tr>
              <a:tr h="323850">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Sales modul</a:t>
                      </a:r>
                      <a:endParaRPr sz="1200">
                        <a:latin typeface="Host Grotesk"/>
                        <a:ea typeface="Host Grotesk"/>
                        <a:cs typeface="Host Grotesk"/>
                        <a:sym typeface="Host Grotesk"/>
                      </a:endParaRPr>
                    </a:p>
                  </a:txBody>
                  <a:tcPr marT="19050" marB="19050" marR="28575" marL="28575" anchor="b">
                    <a:solidFill>
                      <a:srgbClr val="F3F3F3"/>
                    </a:solidFill>
                  </a:tcPr>
                </a:tc>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Licence, Implementation, Project management</a:t>
                      </a:r>
                      <a:endParaRPr sz="1200">
                        <a:latin typeface="Host Grotesk"/>
                        <a:ea typeface="Host Grotesk"/>
                        <a:cs typeface="Host Grotesk"/>
                        <a:sym typeface="Host Grotesk"/>
                      </a:endParaRPr>
                    </a:p>
                  </a:txBody>
                  <a:tcPr marT="19050" marB="19050" marR="28575" marL="28575" anchor="b">
                    <a:solidFill>
                      <a:srgbClr val="F3F3F3"/>
                    </a:solidFill>
                  </a:tcPr>
                </a:tc>
                <a:tc>
                  <a:txBody>
                    <a:bodyPr/>
                    <a:lstStyle/>
                    <a:p>
                      <a:pPr indent="0" lvl="0" marL="0" rtl="0" algn="r">
                        <a:lnSpc>
                          <a:spcPct val="115000"/>
                        </a:lnSpc>
                        <a:spcBef>
                          <a:spcPts val="0"/>
                        </a:spcBef>
                        <a:spcAft>
                          <a:spcPts val="0"/>
                        </a:spcAft>
                        <a:buNone/>
                      </a:pPr>
                      <a:r>
                        <a:rPr b="1" lang="cs" sz="1200">
                          <a:solidFill>
                            <a:srgbClr val="7EBB06"/>
                          </a:solidFill>
                          <a:latin typeface="Host Grotesk"/>
                          <a:ea typeface="Host Grotesk"/>
                          <a:cs typeface="Host Grotesk"/>
                          <a:sym typeface="Host Grotesk"/>
                        </a:rPr>
                        <a:t>3 900 000</a:t>
                      </a:r>
                      <a:endParaRPr b="1" sz="1200">
                        <a:solidFill>
                          <a:srgbClr val="7EBB06"/>
                        </a:solidFill>
                        <a:latin typeface="Host Grotesk"/>
                        <a:ea typeface="Host Grotesk"/>
                        <a:cs typeface="Host Grotesk"/>
                        <a:sym typeface="Host Grotesk"/>
                      </a:endParaRPr>
                    </a:p>
                  </a:txBody>
                  <a:tcPr marT="19050" marB="19050" marR="28575" marL="28575" anchor="b">
                    <a:solidFill>
                      <a:srgbClr val="F3F3F3"/>
                    </a:solidFill>
                  </a:tcPr>
                </a:tc>
              </a:tr>
              <a:tr h="323850">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Sales modul</a:t>
                      </a:r>
                      <a:endParaRPr sz="1200">
                        <a:latin typeface="Host Grotesk"/>
                        <a:ea typeface="Host Grotesk"/>
                        <a:cs typeface="Host Grotesk"/>
                        <a:sym typeface="Host Grotesk"/>
                      </a:endParaRPr>
                    </a:p>
                  </a:txBody>
                  <a:tcPr marT="19050" marB="19050" marR="28575" marL="28575" anchor="b">
                    <a:solidFill>
                      <a:srgbClr val="FFFFFF"/>
                    </a:solidFill>
                  </a:tcPr>
                </a:tc>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Customization for customer business specifics</a:t>
                      </a:r>
                      <a:endParaRPr sz="1200">
                        <a:latin typeface="Host Grotesk"/>
                        <a:ea typeface="Host Grotesk"/>
                        <a:cs typeface="Host Grotesk"/>
                        <a:sym typeface="Host Grotesk"/>
                      </a:endParaRPr>
                    </a:p>
                  </a:txBody>
                  <a:tcPr marT="19050" marB="19050" marR="28575" marL="28575" anchor="b">
                    <a:solidFill>
                      <a:srgbClr val="FFFFFF"/>
                    </a:solidFill>
                  </a:tcPr>
                </a:tc>
                <a:tc>
                  <a:txBody>
                    <a:bodyPr/>
                    <a:lstStyle/>
                    <a:p>
                      <a:pPr indent="0" lvl="0" marL="0" rtl="0" algn="r">
                        <a:lnSpc>
                          <a:spcPct val="115000"/>
                        </a:lnSpc>
                        <a:spcBef>
                          <a:spcPts val="0"/>
                        </a:spcBef>
                        <a:spcAft>
                          <a:spcPts val="0"/>
                        </a:spcAft>
                        <a:buNone/>
                      </a:pPr>
                      <a:r>
                        <a:rPr b="1" lang="cs" sz="1200">
                          <a:solidFill>
                            <a:srgbClr val="7EBB06"/>
                          </a:solidFill>
                          <a:latin typeface="Host Grotesk"/>
                          <a:ea typeface="Host Grotesk"/>
                          <a:cs typeface="Host Grotesk"/>
                          <a:sym typeface="Host Grotesk"/>
                        </a:rPr>
                        <a:t>1 500 000</a:t>
                      </a:r>
                      <a:endParaRPr b="1" sz="1200">
                        <a:solidFill>
                          <a:srgbClr val="7EBB06"/>
                        </a:solidFill>
                        <a:latin typeface="Host Grotesk"/>
                        <a:ea typeface="Host Grotesk"/>
                        <a:cs typeface="Host Grotesk"/>
                        <a:sym typeface="Host Grotesk"/>
                      </a:endParaRPr>
                    </a:p>
                  </a:txBody>
                  <a:tcPr marT="19050" marB="19050" marR="28575" marL="28575" anchor="b">
                    <a:solidFill>
                      <a:srgbClr val="FFFFFF"/>
                    </a:solidFill>
                  </a:tcPr>
                </a:tc>
              </a:tr>
              <a:tr h="323850">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Control Tower</a:t>
                      </a:r>
                      <a:endParaRPr sz="1200">
                        <a:latin typeface="Host Grotesk"/>
                        <a:ea typeface="Host Grotesk"/>
                        <a:cs typeface="Host Grotesk"/>
                        <a:sym typeface="Host Grotesk"/>
                      </a:endParaRPr>
                    </a:p>
                  </a:txBody>
                  <a:tcPr marT="19050" marB="19050" marR="28575" marL="28575" anchor="b">
                    <a:solidFill>
                      <a:srgbClr val="F3F3F3"/>
                    </a:solidFill>
                  </a:tcPr>
                </a:tc>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Reporting and alert system</a:t>
                      </a:r>
                      <a:endParaRPr sz="1200">
                        <a:latin typeface="Host Grotesk"/>
                        <a:ea typeface="Host Grotesk"/>
                        <a:cs typeface="Host Grotesk"/>
                        <a:sym typeface="Host Grotesk"/>
                      </a:endParaRPr>
                    </a:p>
                  </a:txBody>
                  <a:tcPr marT="19050" marB="19050" marR="28575" marL="28575" anchor="b">
                    <a:solidFill>
                      <a:srgbClr val="F3F3F3"/>
                    </a:solidFill>
                  </a:tcPr>
                </a:tc>
                <a:tc>
                  <a:txBody>
                    <a:bodyPr/>
                    <a:lstStyle/>
                    <a:p>
                      <a:pPr indent="0" lvl="0" marL="0" rtl="0" algn="r">
                        <a:lnSpc>
                          <a:spcPct val="115000"/>
                        </a:lnSpc>
                        <a:spcBef>
                          <a:spcPts val="0"/>
                        </a:spcBef>
                        <a:spcAft>
                          <a:spcPts val="0"/>
                        </a:spcAft>
                        <a:buNone/>
                      </a:pPr>
                      <a:r>
                        <a:rPr b="1" lang="cs" sz="1200">
                          <a:solidFill>
                            <a:srgbClr val="7EBB06"/>
                          </a:solidFill>
                          <a:latin typeface="Host Grotesk"/>
                          <a:ea typeface="Host Grotesk"/>
                          <a:cs typeface="Host Grotesk"/>
                          <a:sym typeface="Host Grotesk"/>
                        </a:rPr>
                        <a:t>1 000 000</a:t>
                      </a:r>
                      <a:endParaRPr b="1" sz="1200">
                        <a:solidFill>
                          <a:srgbClr val="7EBB06"/>
                        </a:solidFill>
                        <a:latin typeface="Host Grotesk"/>
                        <a:ea typeface="Host Grotesk"/>
                        <a:cs typeface="Host Grotesk"/>
                        <a:sym typeface="Host Grotesk"/>
                      </a:endParaRPr>
                    </a:p>
                  </a:txBody>
                  <a:tcPr marT="19050" marB="19050" marR="28575" marL="28575" anchor="b">
                    <a:solidFill>
                      <a:srgbClr val="F3F3F3"/>
                    </a:solidFill>
                  </a:tcPr>
                </a:tc>
              </a:tr>
              <a:tr h="323850">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Process support</a:t>
                      </a:r>
                      <a:endParaRPr sz="1200">
                        <a:latin typeface="Host Grotesk"/>
                        <a:ea typeface="Host Grotesk"/>
                        <a:cs typeface="Host Grotesk"/>
                        <a:sym typeface="Host Grotesk"/>
                      </a:endParaRPr>
                    </a:p>
                  </a:txBody>
                  <a:tcPr marT="19050" marB="19050" marR="28575" marL="28575" anchor="b">
                    <a:solidFill>
                      <a:srgbClr val="FFFFFF"/>
                    </a:solidFill>
                  </a:tcPr>
                </a:tc>
                <a:tc>
                  <a:txBody>
                    <a:bodyPr/>
                    <a:lstStyle/>
                    <a:p>
                      <a:pPr indent="0" lvl="0" marL="0" rtl="0" algn="l">
                        <a:lnSpc>
                          <a:spcPct val="115000"/>
                        </a:lnSpc>
                        <a:spcBef>
                          <a:spcPts val="0"/>
                        </a:spcBef>
                        <a:spcAft>
                          <a:spcPts val="0"/>
                        </a:spcAft>
                        <a:buNone/>
                      </a:pPr>
                      <a:r>
                        <a:rPr lang="cs" sz="1200">
                          <a:latin typeface="Host Grotesk"/>
                          <a:ea typeface="Host Grotesk"/>
                          <a:cs typeface="Host Grotesk"/>
                          <a:sym typeface="Host Grotesk"/>
                        </a:rPr>
                        <a:t>Process and business consultancy</a:t>
                      </a:r>
                      <a:endParaRPr sz="1200">
                        <a:latin typeface="Host Grotesk"/>
                        <a:ea typeface="Host Grotesk"/>
                        <a:cs typeface="Host Grotesk"/>
                        <a:sym typeface="Host Grotesk"/>
                      </a:endParaRPr>
                    </a:p>
                  </a:txBody>
                  <a:tcPr marT="19050" marB="19050" marR="28575" marL="28575" anchor="b">
                    <a:solidFill>
                      <a:srgbClr val="FFFFFF"/>
                    </a:solidFill>
                  </a:tcPr>
                </a:tc>
                <a:tc>
                  <a:txBody>
                    <a:bodyPr/>
                    <a:lstStyle/>
                    <a:p>
                      <a:pPr indent="0" lvl="0" marL="0" rtl="0" algn="r">
                        <a:lnSpc>
                          <a:spcPct val="115000"/>
                        </a:lnSpc>
                        <a:spcBef>
                          <a:spcPts val="0"/>
                        </a:spcBef>
                        <a:spcAft>
                          <a:spcPts val="0"/>
                        </a:spcAft>
                        <a:buNone/>
                      </a:pPr>
                      <a:r>
                        <a:rPr b="1" lang="cs" sz="1200">
                          <a:solidFill>
                            <a:srgbClr val="7EBB06"/>
                          </a:solidFill>
                          <a:latin typeface="Host Grotesk"/>
                          <a:ea typeface="Host Grotesk"/>
                          <a:cs typeface="Host Grotesk"/>
                          <a:sym typeface="Host Grotesk"/>
                        </a:rPr>
                        <a:t>2 000 000</a:t>
                      </a:r>
                      <a:endParaRPr b="1" sz="1200">
                        <a:solidFill>
                          <a:srgbClr val="7EBB06"/>
                        </a:solidFill>
                        <a:latin typeface="Host Grotesk"/>
                        <a:ea typeface="Host Grotesk"/>
                        <a:cs typeface="Host Grotesk"/>
                        <a:sym typeface="Host Grotesk"/>
                      </a:endParaRPr>
                    </a:p>
                  </a:txBody>
                  <a:tcPr marT="19050" marB="19050" marR="28575" marL="28575" anchor="b">
                    <a:solidFill>
                      <a:srgbClr val="FFFFFF"/>
                    </a:solidFill>
                  </a:tcPr>
                </a:tc>
              </a:tr>
              <a:tr h="323850">
                <a:tc>
                  <a:txBody>
                    <a:bodyPr/>
                    <a:lstStyle/>
                    <a:p>
                      <a:pPr indent="0" lvl="0" marL="0" rtl="0" algn="l">
                        <a:spcBef>
                          <a:spcPts val="0"/>
                        </a:spcBef>
                        <a:spcAft>
                          <a:spcPts val="0"/>
                        </a:spcAft>
                        <a:buNone/>
                      </a:pPr>
                      <a:r>
                        <a:t/>
                      </a:r>
                      <a:endParaRPr/>
                    </a:p>
                  </a:txBody>
                  <a:tcPr marT="19050" marB="19050" marR="28575" marL="28575" anchor="b">
                    <a:solidFill>
                      <a:srgbClr val="F3F3F3"/>
                    </a:solidFill>
                  </a:tcPr>
                </a:tc>
                <a:tc>
                  <a:txBody>
                    <a:bodyPr/>
                    <a:lstStyle/>
                    <a:p>
                      <a:pPr indent="0" lvl="0" marL="0" rtl="0" algn="r">
                        <a:lnSpc>
                          <a:spcPct val="115000"/>
                        </a:lnSpc>
                        <a:spcBef>
                          <a:spcPts val="0"/>
                        </a:spcBef>
                        <a:spcAft>
                          <a:spcPts val="0"/>
                        </a:spcAft>
                        <a:buNone/>
                      </a:pPr>
                      <a:r>
                        <a:rPr b="1" lang="cs" sz="1500">
                          <a:latin typeface="Host Grotesk"/>
                          <a:ea typeface="Host Grotesk"/>
                          <a:cs typeface="Host Grotesk"/>
                          <a:sym typeface="Host Grotesk"/>
                        </a:rPr>
                        <a:t>Total:</a:t>
                      </a:r>
                      <a:endParaRPr b="1" sz="1500">
                        <a:latin typeface="Host Grotesk"/>
                        <a:ea typeface="Host Grotesk"/>
                        <a:cs typeface="Host Grotesk"/>
                        <a:sym typeface="Host Grotesk"/>
                      </a:endParaRPr>
                    </a:p>
                  </a:txBody>
                  <a:tcPr marT="19050" marB="19050" marR="28575" marL="28575" anchor="ctr">
                    <a:solidFill>
                      <a:srgbClr val="F3F3F3"/>
                    </a:solidFill>
                  </a:tcPr>
                </a:tc>
                <a:tc>
                  <a:txBody>
                    <a:bodyPr/>
                    <a:lstStyle/>
                    <a:p>
                      <a:pPr indent="0" lvl="0" marL="0" rtl="0" algn="r">
                        <a:lnSpc>
                          <a:spcPct val="115000"/>
                        </a:lnSpc>
                        <a:spcBef>
                          <a:spcPts val="0"/>
                        </a:spcBef>
                        <a:spcAft>
                          <a:spcPts val="0"/>
                        </a:spcAft>
                        <a:buNone/>
                      </a:pPr>
                      <a:r>
                        <a:rPr lang="cs" sz="1500">
                          <a:solidFill>
                            <a:srgbClr val="7EBB06"/>
                          </a:solidFill>
                          <a:latin typeface="Host Grotesk ExtraBold"/>
                          <a:ea typeface="Host Grotesk ExtraBold"/>
                          <a:cs typeface="Host Grotesk ExtraBold"/>
                          <a:sym typeface="Host Grotesk ExtraBold"/>
                        </a:rPr>
                        <a:t>9 800 000</a:t>
                      </a:r>
                      <a:endParaRPr sz="1500">
                        <a:solidFill>
                          <a:srgbClr val="7EBB06"/>
                        </a:solidFill>
                        <a:latin typeface="Host Grotesk ExtraBold"/>
                        <a:ea typeface="Host Grotesk ExtraBold"/>
                        <a:cs typeface="Host Grotesk ExtraBold"/>
                        <a:sym typeface="Host Grotesk ExtraBold"/>
                      </a:endParaRPr>
                    </a:p>
                  </a:txBody>
                  <a:tcPr marT="19050" marB="19050" marR="28575" marL="28575" anchor="ctr">
                    <a:solidFill>
                      <a:srgbClr val="F3F3F3"/>
                    </a:solidFill>
                  </a:tcPr>
                </a:tc>
              </a:tr>
            </a:tbl>
          </a:graphicData>
        </a:graphic>
      </p:graphicFrame>
      <p:sp>
        <p:nvSpPr>
          <p:cNvPr id="737" name="Google Shape;737;p43"/>
          <p:cNvSpPr/>
          <p:nvPr/>
        </p:nvSpPr>
        <p:spPr>
          <a:xfrm>
            <a:off x="6366425" y="543450"/>
            <a:ext cx="2315400" cy="334200"/>
          </a:xfrm>
          <a:prstGeom prst="roundRect">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cs" sz="1200" u="sng">
                <a:solidFill>
                  <a:schemeClr val="hlink"/>
                </a:solidFill>
                <a:latin typeface="Host Grotesk SemiBold"/>
                <a:ea typeface="Host Grotesk SemiBold"/>
                <a:cs typeface="Host Grotesk SemiBold"/>
                <a:sym typeface="Host Grotesk SemiBold"/>
                <a:hlinkClick r:id="rId3"/>
              </a:rPr>
              <a:t>Odkaz na google sheets</a:t>
            </a:r>
            <a:endParaRPr sz="1200">
              <a:latin typeface="Host Grotesk SemiBold"/>
              <a:ea typeface="Host Grotesk SemiBold"/>
              <a:cs typeface="Host Grotesk SemiBold"/>
              <a:sym typeface="Host Grotesk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id="742" name="Google Shape;742;p44" title="Graf"/>
          <p:cNvPicPr preferRelativeResize="0"/>
          <p:nvPr/>
        </p:nvPicPr>
        <p:blipFill>
          <a:blip r:embed="rId3">
            <a:alphaModFix/>
          </a:blip>
          <a:stretch>
            <a:fillRect/>
          </a:stretch>
        </p:blipFill>
        <p:spPr>
          <a:xfrm>
            <a:off x="222975" y="1893225"/>
            <a:ext cx="4211274" cy="2603975"/>
          </a:xfrm>
          <a:prstGeom prst="rect">
            <a:avLst/>
          </a:prstGeom>
          <a:noFill/>
          <a:ln>
            <a:noFill/>
          </a:ln>
        </p:spPr>
      </p:pic>
      <p:pic>
        <p:nvPicPr>
          <p:cNvPr id="743" name="Google Shape;743;p44" title="Graf"/>
          <p:cNvPicPr preferRelativeResize="0"/>
          <p:nvPr/>
        </p:nvPicPr>
        <p:blipFill>
          <a:blip r:embed="rId4">
            <a:alphaModFix/>
          </a:blip>
          <a:stretch>
            <a:fillRect/>
          </a:stretch>
        </p:blipFill>
        <p:spPr>
          <a:xfrm>
            <a:off x="4472074" y="1773474"/>
            <a:ext cx="4404951" cy="2723728"/>
          </a:xfrm>
          <a:prstGeom prst="rect">
            <a:avLst/>
          </a:prstGeom>
          <a:noFill/>
          <a:ln>
            <a:noFill/>
          </a:ln>
        </p:spPr>
      </p:pic>
      <p:sp>
        <p:nvSpPr>
          <p:cNvPr id="744" name="Google Shape;744;p44"/>
          <p:cNvSpPr txBox="1"/>
          <p:nvPr/>
        </p:nvSpPr>
        <p:spPr>
          <a:xfrm>
            <a:off x="409525" y="221074"/>
            <a:ext cx="8467500" cy="954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None/>
            </a:pPr>
            <a:r>
              <a:rPr b="1" lang="cs" sz="3700">
                <a:latin typeface="Host Grotesk"/>
                <a:ea typeface="Host Grotesk"/>
                <a:cs typeface="Host Grotesk"/>
                <a:sym typeface="Host Grotesk"/>
              </a:rPr>
              <a:t>Grafy</a:t>
            </a:r>
            <a:endParaRPr b="1" sz="3700">
              <a:solidFill>
                <a:srgbClr val="000000"/>
              </a:solidFill>
              <a:latin typeface="Host Grotesk"/>
              <a:ea typeface="Host Grotesk"/>
              <a:cs typeface="Host Grotesk"/>
              <a:sym typeface="Host Grotesk"/>
            </a:endParaRPr>
          </a:p>
        </p:txBody>
      </p:sp>
      <p:sp>
        <p:nvSpPr>
          <p:cNvPr id="745" name="Google Shape;745;p44"/>
          <p:cNvSpPr/>
          <p:nvPr/>
        </p:nvSpPr>
        <p:spPr>
          <a:xfrm>
            <a:off x="6366425" y="543450"/>
            <a:ext cx="2315400" cy="334200"/>
          </a:xfrm>
          <a:prstGeom prst="roundRect">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cs" sz="1200" u="sng">
                <a:solidFill>
                  <a:schemeClr val="hlink"/>
                </a:solidFill>
                <a:latin typeface="Host Grotesk SemiBold"/>
                <a:ea typeface="Host Grotesk SemiBold"/>
                <a:cs typeface="Host Grotesk SemiBold"/>
                <a:sym typeface="Host Grotesk SemiBold"/>
                <a:hlinkClick r:id="rId5"/>
              </a:rPr>
              <a:t>Odkaz na google sheets</a:t>
            </a:r>
            <a:endParaRPr sz="1200">
              <a:latin typeface="Host Grotesk SemiBold"/>
              <a:ea typeface="Host Grotesk SemiBold"/>
              <a:cs typeface="Host Grotesk SemiBold"/>
              <a:sym typeface="Host Grotesk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9" name="Shape 749"/>
        <p:cNvGrpSpPr/>
        <p:nvPr/>
      </p:nvGrpSpPr>
      <p:grpSpPr>
        <a:xfrm>
          <a:off x="0" y="0"/>
          <a:ext cx="0" cy="0"/>
          <a:chOff x="0" y="0"/>
          <a:chExt cx="0" cy="0"/>
        </a:xfrm>
      </p:grpSpPr>
      <p:sp>
        <p:nvSpPr>
          <p:cNvPr id="750" name="Google Shape;750;p45"/>
          <p:cNvSpPr txBox="1"/>
          <p:nvPr>
            <p:ph idx="4294967295" type="subTitle"/>
          </p:nvPr>
        </p:nvSpPr>
        <p:spPr>
          <a:xfrm>
            <a:off x="450000" y="1536291"/>
            <a:ext cx="8121900" cy="3162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cs"/>
              <a:t>vstupní data doplním</a:t>
            </a:r>
            <a:endParaRPr/>
          </a:p>
        </p:txBody>
      </p:sp>
      <p:sp>
        <p:nvSpPr>
          <p:cNvPr id="751" name="Google Shape;751;p45"/>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Projektový tým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46"/>
          <p:cNvSpPr txBox="1"/>
          <p:nvPr>
            <p:ph idx="4294967295" type="subTitle"/>
          </p:nvPr>
        </p:nvSpPr>
        <p:spPr>
          <a:xfrm>
            <a:off x="450000" y="1536291"/>
            <a:ext cx="8121900" cy="3162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cs"/>
              <a:t>vstupní data pro nastylování </a:t>
            </a:r>
            <a:r>
              <a:rPr lang="cs" u="sng">
                <a:solidFill>
                  <a:schemeClr val="hlink"/>
                </a:solidFill>
                <a:hlinkClick r:id="rId3"/>
              </a:rPr>
              <a:t>zde</a:t>
            </a:r>
            <a:r>
              <a:rPr lang="cs"/>
              <a:t> (2 varianty)</a:t>
            </a:r>
            <a:endParaRPr/>
          </a:p>
        </p:txBody>
      </p:sp>
      <p:sp>
        <p:nvSpPr>
          <p:cNvPr id="757" name="Google Shape;757;p46"/>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Profil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7"/>
          <p:cNvSpPr txBox="1"/>
          <p:nvPr>
            <p:ph idx="4294967295" type="subTitle"/>
          </p:nvPr>
        </p:nvSpPr>
        <p:spPr>
          <a:xfrm>
            <a:off x="450000" y="1536291"/>
            <a:ext cx="8121900" cy="316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s"/>
              <a:t>Menu - Rozložení slidu</a:t>
            </a:r>
            <a:endParaRPr/>
          </a:p>
          <a:p>
            <a:pPr indent="0" lvl="0" marL="0" rtl="0" algn="l">
              <a:spcBef>
                <a:spcPts val="1200"/>
              </a:spcBef>
              <a:spcAft>
                <a:spcPts val="1200"/>
              </a:spcAft>
              <a:buNone/>
            </a:pPr>
            <a:r>
              <a:t/>
            </a:r>
            <a:endParaRPr/>
          </a:p>
        </p:txBody>
      </p:sp>
      <p:sp>
        <p:nvSpPr>
          <p:cNvPr id="763" name="Google Shape;763;p47"/>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rPr lang="cs"/>
              <a:t>Druhy rozložení slidů </a:t>
            </a:r>
            <a:endParaRPr/>
          </a:p>
        </p:txBody>
      </p:sp>
      <p:pic>
        <p:nvPicPr>
          <p:cNvPr id="764" name="Google Shape;764;p47"/>
          <p:cNvPicPr preferRelativeResize="0"/>
          <p:nvPr/>
        </p:nvPicPr>
        <p:blipFill>
          <a:blip r:embed="rId3">
            <a:alphaModFix/>
          </a:blip>
          <a:stretch>
            <a:fillRect/>
          </a:stretch>
        </p:blipFill>
        <p:spPr>
          <a:xfrm>
            <a:off x="450000" y="1873300"/>
            <a:ext cx="5178925" cy="29965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48"/>
          <p:cNvSpPr txBox="1"/>
          <p:nvPr>
            <p:ph type="ctrTitle"/>
          </p:nvPr>
        </p:nvSpPr>
        <p:spPr>
          <a:xfrm>
            <a:off x="338186" y="2725313"/>
            <a:ext cx="7572600" cy="951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770" name="Google Shape;770;p48"/>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t>‹#›</a:t>
            </a:fld>
            <a:endParaRPr/>
          </a:p>
        </p:txBody>
      </p:sp>
      <p:sp>
        <p:nvSpPr>
          <p:cNvPr id="771" name="Google Shape;771;p48"/>
          <p:cNvSpPr txBox="1"/>
          <p:nvPr>
            <p:ph idx="2" type="ctrTitle"/>
          </p:nvPr>
        </p:nvSpPr>
        <p:spPr>
          <a:xfrm>
            <a:off x="338186" y="3676913"/>
            <a:ext cx="6942300" cy="39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49"/>
          <p:cNvSpPr txBox="1"/>
          <p:nvPr>
            <p:ph type="title"/>
          </p:nvPr>
        </p:nvSpPr>
        <p:spPr>
          <a:xfrm>
            <a:off x="450000" y="384300"/>
            <a:ext cx="8377500" cy="6525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t/>
            </a:r>
            <a:endParaRPr/>
          </a:p>
        </p:txBody>
      </p:sp>
      <p:sp>
        <p:nvSpPr>
          <p:cNvPr id="777" name="Google Shape;777;p49"/>
          <p:cNvSpPr txBox="1"/>
          <p:nvPr>
            <p:ph idx="1" type="subTitle"/>
          </p:nvPr>
        </p:nvSpPr>
        <p:spPr>
          <a:xfrm>
            <a:off x="450000" y="1530450"/>
            <a:ext cx="8203500" cy="3043500"/>
          </a:xfrm>
          <a:prstGeom prst="rect">
            <a:avLst/>
          </a:prstGeom>
        </p:spPr>
        <p:txBody>
          <a:bodyPr anchorCtr="0" anchor="t" bIns="91425" lIns="0" spcFirstLastPara="1" rIns="91425" wrap="square" tIns="0">
            <a:normAutofit/>
          </a:bodyPr>
          <a:lstStyle/>
          <a:p>
            <a:pPr indent="0" lvl="0" marL="0" rtl="0" algn="l">
              <a:spcBef>
                <a:spcPts val="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0"/>
          <p:cNvSpPr txBox="1"/>
          <p:nvPr>
            <p:ph type="title"/>
          </p:nvPr>
        </p:nvSpPr>
        <p:spPr>
          <a:xfrm>
            <a:off x="450000" y="436496"/>
            <a:ext cx="6826200" cy="10560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t/>
            </a:r>
            <a:endParaRPr/>
          </a:p>
        </p:txBody>
      </p:sp>
      <p:sp>
        <p:nvSpPr>
          <p:cNvPr id="783" name="Google Shape;783;p50"/>
          <p:cNvSpPr txBox="1"/>
          <p:nvPr>
            <p:ph idx="1" type="subTitle"/>
          </p:nvPr>
        </p:nvSpPr>
        <p:spPr>
          <a:xfrm>
            <a:off x="450000" y="1980100"/>
            <a:ext cx="8145600" cy="426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84" name="Google Shape;784;p50"/>
          <p:cNvSpPr txBox="1"/>
          <p:nvPr>
            <p:ph idx="2" type="body"/>
          </p:nvPr>
        </p:nvSpPr>
        <p:spPr>
          <a:xfrm>
            <a:off x="450000" y="2563850"/>
            <a:ext cx="8290800" cy="2161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1"/>
          <p:cNvSpPr txBox="1"/>
          <p:nvPr>
            <p:ph type="title"/>
          </p:nvPr>
        </p:nvSpPr>
        <p:spPr>
          <a:xfrm>
            <a:off x="450000" y="436050"/>
            <a:ext cx="8377500" cy="549000"/>
          </a:xfrm>
          <a:prstGeom prst="rect">
            <a:avLst/>
          </a:prstGeom>
        </p:spPr>
        <p:txBody>
          <a:bodyPr anchorCtr="0" anchor="ctr" bIns="91425" lIns="0" spcFirstLastPara="1" rIns="91425" wrap="square" tIns="0">
            <a:normAutofit fontScale="90000"/>
          </a:bodyPr>
          <a:lstStyle/>
          <a:p>
            <a:pPr indent="0" lvl="0" marL="0" rtl="0" algn="l">
              <a:spcBef>
                <a:spcPts val="0"/>
              </a:spcBef>
              <a:spcAft>
                <a:spcPts val="0"/>
              </a:spcAft>
              <a:buNone/>
            </a:pPr>
            <a:r>
              <a:t/>
            </a:r>
            <a:endParaRPr/>
          </a:p>
        </p:txBody>
      </p:sp>
      <p:sp>
        <p:nvSpPr>
          <p:cNvPr id="790" name="Google Shape;790;p51"/>
          <p:cNvSpPr txBox="1"/>
          <p:nvPr>
            <p:ph idx="1" type="subTitle"/>
          </p:nvPr>
        </p:nvSpPr>
        <p:spPr>
          <a:xfrm>
            <a:off x="450000" y="1197701"/>
            <a:ext cx="8121900" cy="3500700"/>
          </a:xfrm>
          <a:prstGeom prst="rect">
            <a:avLst/>
          </a:prstGeom>
        </p:spPr>
        <p:txBody>
          <a:bodyPr anchorCtr="0" anchor="t" bIns="91425" lIns="0" spcFirstLastPara="1" rIns="91425"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52"/>
          <p:cNvSpPr txBox="1"/>
          <p:nvPr>
            <p:ph type="title"/>
          </p:nvPr>
        </p:nvSpPr>
        <p:spPr>
          <a:xfrm>
            <a:off x="450000" y="480137"/>
            <a:ext cx="5766300" cy="9453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t/>
            </a:r>
            <a:endParaRPr/>
          </a:p>
        </p:txBody>
      </p:sp>
      <p:sp>
        <p:nvSpPr>
          <p:cNvPr id="796" name="Google Shape;796;p52"/>
          <p:cNvSpPr txBox="1"/>
          <p:nvPr>
            <p:ph idx="1" type="subTitle"/>
          </p:nvPr>
        </p:nvSpPr>
        <p:spPr>
          <a:xfrm>
            <a:off x="450000" y="1521000"/>
            <a:ext cx="5766300" cy="3177600"/>
          </a:xfrm>
          <a:prstGeom prst="rect">
            <a:avLst/>
          </a:prstGeom>
        </p:spPr>
        <p:txBody>
          <a:bodyPr anchorCtr="0" anchor="t" bIns="91425" lIns="0" spcFirstLastPara="1" rIns="91425" wrap="square" tIns="0">
            <a:normAutofit/>
          </a:bodyPr>
          <a:lstStyle/>
          <a:p>
            <a:pPr indent="0" lvl="0" marL="0" rtl="0" algn="l">
              <a:spcBef>
                <a:spcPts val="0"/>
              </a:spcBef>
              <a:spcAft>
                <a:spcPts val="0"/>
              </a:spcAft>
              <a:buNone/>
            </a:pPr>
            <a:r>
              <a:t/>
            </a:r>
            <a:endParaRPr/>
          </a:p>
        </p:txBody>
      </p:sp>
      <p:sp>
        <p:nvSpPr>
          <p:cNvPr id="797" name="Google Shape;797;p52"/>
          <p:cNvSpPr/>
          <p:nvPr>
            <p:ph idx="2" type="pic"/>
          </p:nvPr>
        </p:nvSpPr>
        <p:spPr>
          <a:xfrm>
            <a:off x="6599350" y="182475"/>
            <a:ext cx="2372400" cy="4771500"/>
          </a:xfrm>
          <a:prstGeom prst="roundRect">
            <a:avLst>
              <a:gd fmla="val 16667" name="adj"/>
            </a:avLst>
          </a:prstGeom>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3"/>
          <p:cNvSpPr txBox="1"/>
          <p:nvPr>
            <p:ph type="title"/>
          </p:nvPr>
        </p:nvSpPr>
        <p:spPr>
          <a:xfrm>
            <a:off x="450000" y="428798"/>
            <a:ext cx="6890400" cy="10560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t/>
            </a:r>
            <a:endParaRPr/>
          </a:p>
        </p:txBody>
      </p:sp>
      <p:sp>
        <p:nvSpPr>
          <p:cNvPr id="803" name="Google Shape;803;p53"/>
          <p:cNvSpPr/>
          <p:nvPr>
            <p:ph idx="2" type="pic"/>
          </p:nvPr>
        </p:nvSpPr>
        <p:spPr>
          <a:xfrm>
            <a:off x="186250" y="1817775"/>
            <a:ext cx="8761500" cy="3136200"/>
          </a:xfrm>
          <a:prstGeom prst="roundRect">
            <a:avLst>
              <a:gd fmla="val 16667" name="adj"/>
            </a:avLst>
          </a:prstGeom>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54"/>
          <p:cNvSpPr txBox="1"/>
          <p:nvPr>
            <p:ph type="title"/>
          </p:nvPr>
        </p:nvSpPr>
        <p:spPr>
          <a:xfrm>
            <a:off x="450000" y="428798"/>
            <a:ext cx="6890400" cy="1056000"/>
          </a:xfrm>
          <a:prstGeom prst="rect">
            <a:avLst/>
          </a:prstGeom>
        </p:spPr>
        <p:txBody>
          <a:bodyPr anchorCtr="0" anchor="ctr" bIns="91425" lIns="0" spcFirstLastPara="1" rIns="91425" wrap="square" tIns="0">
            <a:normAutofit/>
          </a:bodyPr>
          <a:lstStyle/>
          <a:p>
            <a:pPr indent="0" lvl="0" marL="0" rtl="0" algn="l">
              <a:spcBef>
                <a:spcPts val="0"/>
              </a:spcBef>
              <a:spcAft>
                <a:spcPts val="0"/>
              </a:spcAft>
              <a:buNone/>
            </a:pPr>
            <a:r>
              <a:t/>
            </a:r>
            <a:endParaRPr/>
          </a:p>
        </p:txBody>
      </p:sp>
      <p:sp>
        <p:nvSpPr>
          <p:cNvPr id="809" name="Google Shape;809;p54"/>
          <p:cNvSpPr/>
          <p:nvPr>
            <p:ph idx="2" type="pic"/>
          </p:nvPr>
        </p:nvSpPr>
        <p:spPr>
          <a:xfrm>
            <a:off x="6598375" y="1817775"/>
            <a:ext cx="2349300" cy="3136200"/>
          </a:xfrm>
          <a:prstGeom prst="roundRect">
            <a:avLst>
              <a:gd fmla="val 16667" name="adj"/>
            </a:avLst>
          </a:prstGeom>
        </p:spPr>
      </p:sp>
      <p:sp>
        <p:nvSpPr>
          <p:cNvPr id="810" name="Google Shape;810;p54"/>
          <p:cNvSpPr/>
          <p:nvPr>
            <p:ph idx="3" type="pic"/>
          </p:nvPr>
        </p:nvSpPr>
        <p:spPr>
          <a:xfrm>
            <a:off x="4149625" y="1817775"/>
            <a:ext cx="2349300" cy="1502100"/>
          </a:xfrm>
          <a:prstGeom prst="roundRect">
            <a:avLst>
              <a:gd fmla="val 16667" name="adj"/>
            </a:avLst>
          </a:prstGeom>
        </p:spPr>
      </p:sp>
      <p:sp>
        <p:nvSpPr>
          <p:cNvPr id="811" name="Google Shape;811;p54"/>
          <p:cNvSpPr/>
          <p:nvPr>
            <p:ph idx="4" type="pic"/>
          </p:nvPr>
        </p:nvSpPr>
        <p:spPr>
          <a:xfrm>
            <a:off x="4149625" y="3419475"/>
            <a:ext cx="2349300" cy="1534500"/>
          </a:xfrm>
          <a:prstGeom prst="roundRect">
            <a:avLst>
              <a:gd fmla="val 16667" name="adj"/>
            </a:avLst>
          </a:prstGeom>
        </p:spPr>
      </p:sp>
      <p:sp>
        <p:nvSpPr>
          <p:cNvPr id="812" name="Google Shape;812;p54"/>
          <p:cNvSpPr txBox="1"/>
          <p:nvPr>
            <p:ph idx="1" type="subTitle"/>
          </p:nvPr>
        </p:nvSpPr>
        <p:spPr>
          <a:xfrm>
            <a:off x="450000" y="2138225"/>
            <a:ext cx="3348900" cy="2560500"/>
          </a:xfrm>
          <a:prstGeom prst="rect">
            <a:avLst/>
          </a:prstGeom>
        </p:spPr>
        <p:txBody>
          <a:bodyPr anchorCtr="0" anchor="t" bIns="91425" lIns="0" spcFirstLastPara="1" rIns="91425"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56"/>
          <p:cNvSpPr txBox="1"/>
          <p:nvPr>
            <p:ph type="ctrTitle"/>
          </p:nvPr>
        </p:nvSpPr>
        <p:spPr>
          <a:xfrm>
            <a:off x="186325" y="2270500"/>
            <a:ext cx="8761500" cy="140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22" name="Google Shape;822;p56"/>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57"/>
          <p:cNvSpPr txBox="1"/>
          <p:nvPr>
            <p:ph type="ctrTitle"/>
          </p:nvPr>
        </p:nvSpPr>
        <p:spPr>
          <a:xfrm>
            <a:off x="186325" y="2270500"/>
            <a:ext cx="8761500" cy="1132500"/>
          </a:xfrm>
          <a:prstGeom prst="rect">
            <a:avLst/>
          </a:prstGeom>
        </p:spPr>
        <p:txBody>
          <a:bodyPr anchorCtr="0" anchor="b" bIns="91425" lIns="0" spcFirstLastPara="1" rIns="91425" wrap="square" tIns="0">
            <a:normAutofit/>
          </a:bodyPr>
          <a:lstStyle/>
          <a:p>
            <a:pPr indent="0" lvl="0" marL="0" rtl="0" algn="ctr">
              <a:spcBef>
                <a:spcPts val="0"/>
              </a:spcBef>
              <a:spcAft>
                <a:spcPts val="0"/>
              </a:spcAft>
              <a:buNone/>
            </a:pPr>
            <a:r>
              <a:t/>
            </a:r>
            <a:endParaRPr/>
          </a:p>
        </p:txBody>
      </p:sp>
      <p:sp>
        <p:nvSpPr>
          <p:cNvPr id="828" name="Google Shape;828;p57"/>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solidFill>
                  <a:schemeClr val="dk1"/>
                </a:solidFill>
              </a:rPr>
              <a:t>‹#›</a:t>
            </a:fld>
            <a:endParaRPr>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58"/>
          <p:cNvSpPr txBox="1"/>
          <p:nvPr>
            <p:ph type="ctrTitle"/>
          </p:nvPr>
        </p:nvSpPr>
        <p:spPr>
          <a:xfrm>
            <a:off x="186325" y="2042675"/>
            <a:ext cx="8394900" cy="1050900"/>
          </a:xfrm>
          <a:prstGeom prst="rect">
            <a:avLst/>
          </a:prstGeom>
        </p:spPr>
        <p:txBody>
          <a:bodyPr anchorCtr="0" anchor="b" bIns="91425" lIns="0" spcFirstLastPara="1" rIns="91425" wrap="square" tIns="0">
            <a:normAutofit/>
          </a:bodyPr>
          <a:lstStyle/>
          <a:p>
            <a:pPr indent="0" lvl="0" marL="0" rtl="0" algn="l">
              <a:spcBef>
                <a:spcPts val="0"/>
              </a:spcBef>
              <a:spcAft>
                <a:spcPts val="0"/>
              </a:spcAft>
              <a:buNone/>
            </a:pPr>
            <a:r>
              <a:t/>
            </a:r>
            <a:endParaRPr/>
          </a:p>
        </p:txBody>
      </p:sp>
      <p:sp>
        <p:nvSpPr>
          <p:cNvPr id="834" name="Google Shape;834;p58"/>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59"/>
          <p:cNvSpPr txBox="1"/>
          <p:nvPr>
            <p:ph idx="12" type="sldNum"/>
          </p:nvPr>
        </p:nvSpPr>
        <p:spPr>
          <a:xfrm>
            <a:off x="8595300" y="4937700"/>
            <a:ext cx="548700" cy="20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358"/>
              <a:buFont typeface="Arial"/>
              <a:buNone/>
            </a:pPr>
            <a:fld id="{00000000-1234-1234-1234-123412341234}" type="slidenum">
              <a:rPr lang="cs"/>
              <a:t>‹#›</a:t>
            </a:fld>
            <a:endParaRPr/>
          </a:p>
        </p:txBody>
      </p:sp>
      <p:sp>
        <p:nvSpPr>
          <p:cNvPr id="840" name="Google Shape;840;p59"/>
          <p:cNvSpPr txBox="1"/>
          <p:nvPr>
            <p:ph type="ctrTitle"/>
          </p:nvPr>
        </p:nvSpPr>
        <p:spPr>
          <a:xfrm>
            <a:off x="338186" y="2725313"/>
            <a:ext cx="7572600" cy="951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841" name="Google Shape;841;p59"/>
          <p:cNvSpPr txBox="1"/>
          <p:nvPr>
            <p:ph idx="2" type="ctrTitle"/>
          </p:nvPr>
        </p:nvSpPr>
        <p:spPr>
          <a:xfrm>
            <a:off x="338186" y="3676913"/>
            <a:ext cx="6942300" cy="39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OGIO">
  <a:themeElements>
    <a:clrScheme name="Simple Light">
      <a:dk1>
        <a:srgbClr val="000000"/>
      </a:dk1>
      <a:lt1>
        <a:srgbClr val="FFFFFF"/>
      </a:lt1>
      <a:dk2>
        <a:srgbClr val="2E2E2C"/>
      </a:dk2>
      <a:lt2>
        <a:srgbClr val="EEEEEE"/>
      </a:lt2>
      <a:accent1>
        <a:srgbClr val="94D909"/>
      </a:accent1>
      <a:accent2>
        <a:srgbClr val="212121"/>
      </a:accent2>
      <a:accent3>
        <a:srgbClr val="7FBA06"/>
      </a:accent3>
      <a:accent4>
        <a:srgbClr val="1B7260"/>
      </a:accent4>
      <a:accent5>
        <a:srgbClr val="94D909"/>
      </a:accent5>
      <a:accent6>
        <a:srgbClr val="7DB72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